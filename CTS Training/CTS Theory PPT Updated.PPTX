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 id="2147483755" r:id="rId2"/>
  </p:sldMasterIdLst>
  <p:notesMasterIdLst>
    <p:notesMasterId r:id="rId17"/>
  </p:notesMasterIdLst>
  <p:sldIdLst>
    <p:sldId id="261" r:id="rId3"/>
    <p:sldId id="312" r:id="rId4"/>
    <p:sldId id="339" r:id="rId5"/>
    <p:sldId id="367" r:id="rId6"/>
    <p:sldId id="359" r:id="rId7"/>
    <p:sldId id="366" r:id="rId8"/>
    <p:sldId id="358" r:id="rId9"/>
    <p:sldId id="343" r:id="rId10"/>
    <p:sldId id="344" r:id="rId11"/>
    <p:sldId id="357" r:id="rId12"/>
    <p:sldId id="341" r:id="rId13"/>
    <p:sldId id="368" r:id="rId14"/>
    <p:sldId id="364" r:id="rId15"/>
    <p:sldId id="32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66" d="100"/>
          <a:sy n="66" d="100"/>
        </p:scale>
        <p:origin x="48"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CB6642-40FE-4ED4-A235-781AFB30D87A}" type="datetimeFigureOut">
              <a:rPr lang="en-US" smtClean="0"/>
              <a:t>8/25/2023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98776-2F48-419A-B60F-49B97B21DAEC}" type="slidenum">
              <a:rPr lang="en-US" smtClean="0"/>
              <a:t>‹#›</a:t>
            </a:fld>
            <a:endParaRPr lang="en-US"/>
          </a:p>
        </p:txBody>
      </p:sp>
    </p:spTree>
    <p:extLst>
      <p:ext uri="{BB962C8B-B14F-4D97-AF65-F5344CB8AC3E}">
        <p14:creationId xmlns:p14="http://schemas.microsoft.com/office/powerpoint/2010/main" val="3611587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50ac6cb529_2_8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150ac6cb529_2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943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6652B60A-6325-4349-9589-3FF6543C5CAF}" type="slidenum">
              <a:rPr lang="en-IN" smtClean="0"/>
              <a:t>4</a:t>
            </a:fld>
            <a:endParaRPr lang="en-IN"/>
          </a:p>
        </p:txBody>
      </p:sp>
    </p:spTree>
    <p:extLst>
      <p:ext uri="{BB962C8B-B14F-4D97-AF65-F5344CB8AC3E}">
        <p14:creationId xmlns:p14="http://schemas.microsoft.com/office/powerpoint/2010/main" val="220625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3cdd9029ab_2_4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g13cdd9029ab_2_4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g13cdd9029ab_2_4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11</a:t>
            </a:fld>
            <a:endParaRPr/>
          </a:p>
        </p:txBody>
      </p:sp>
    </p:spTree>
    <p:extLst>
      <p:ext uri="{BB962C8B-B14F-4D97-AF65-F5344CB8AC3E}">
        <p14:creationId xmlns:p14="http://schemas.microsoft.com/office/powerpoint/2010/main" val="1288270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10"/>
          </p:nvPr>
        </p:nvSpPr>
        <p:spPr/>
        <p:txBody>
          <a:bodyPr/>
          <a:lstStyle/>
          <a:p>
            <a:fld id="{6652B60A-6325-4349-9589-3FF6543C5CAF}" type="slidenum">
              <a:rPr lang="en-IN" smtClean="0"/>
              <a:t>12</a:t>
            </a:fld>
            <a:endParaRPr lang="en-IN"/>
          </a:p>
        </p:txBody>
      </p:sp>
    </p:spTree>
    <p:extLst>
      <p:ext uri="{BB962C8B-B14F-4D97-AF65-F5344CB8AC3E}">
        <p14:creationId xmlns:p14="http://schemas.microsoft.com/office/powerpoint/2010/main" val="2940334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fld id="{6652B60A-6325-4349-9589-3FF6543C5CAF}" type="slidenum">
              <a:rPr lang="en-IN" smtClean="0"/>
              <a:t>13</a:t>
            </a:fld>
            <a:endParaRPr lang="en-IN"/>
          </a:p>
        </p:txBody>
      </p:sp>
    </p:spTree>
    <p:extLst>
      <p:ext uri="{BB962C8B-B14F-4D97-AF65-F5344CB8AC3E}">
        <p14:creationId xmlns:p14="http://schemas.microsoft.com/office/powerpoint/2010/main" val="4094672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 Id="rId52"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 Id="rId5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tif"/><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tif"/><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tif"/><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0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pic>
        <p:nvPicPr>
          <p:cNvPr id="2" name="Graphic 1">
            <a:extLst>
              <a:ext uri="{FF2B5EF4-FFF2-40B4-BE49-F238E27FC236}">
                <a16:creationId xmlns:a16="http://schemas.microsoft.com/office/drawing/2014/main" xmlns="" id="{FD52C7E3-C987-44F1-BFC0-F68E18FCC07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2945" t="36291" r="7466" b="15355"/>
          <a:stretch/>
        </p:blipFill>
        <p:spPr>
          <a:xfrm>
            <a:off x="0" y="3498691"/>
            <a:ext cx="12192000" cy="3362816"/>
          </a:xfrm>
          <a:prstGeom prst="rect">
            <a:avLst/>
          </a:prstGeom>
        </p:spPr>
      </p:pic>
      <p:pic>
        <p:nvPicPr>
          <p:cNvPr id="7" name="Graphic 2">
            <a:extLst>
              <a:ext uri="{FF2B5EF4-FFF2-40B4-BE49-F238E27FC236}">
                <a16:creationId xmlns:a16="http://schemas.microsoft.com/office/drawing/2014/main" xmlns="" id="{B5A1BBCC-E96A-4EA0-BAD1-ACB0E776BB4C}"/>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4926472" y="2256907"/>
            <a:ext cx="2339056" cy="1883664"/>
          </a:xfrm>
          <a:prstGeom prst="rect">
            <a:avLst/>
          </a:prstGeom>
        </p:spPr>
      </p:pic>
      <p:sp>
        <p:nvSpPr>
          <p:cNvPr id="6"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a:xfrm>
            <a:off x="371475" y="6435318"/>
            <a:ext cx="4114800" cy="365125"/>
          </a:xfrm>
        </p:spPr>
        <p:txBody>
          <a:bodyPr/>
          <a:lstStyle>
            <a:lvl1pPr>
              <a:defRPr>
                <a:solidFill>
                  <a:schemeClr val="bg1"/>
                </a:solidFill>
              </a:defRPr>
            </a:lvl1pPr>
          </a:lstStyle>
          <a:p>
            <a:r>
              <a:rPr lang="en-IN" dirty="0">
                <a:solidFill>
                  <a:srgbClr val="FFFFFF"/>
                </a:solidFill>
              </a:rPr>
              <a:t>Vodafone Idea Confidential</a:t>
            </a:r>
          </a:p>
        </p:txBody>
      </p:sp>
      <p:sp>
        <p:nvSpPr>
          <p:cNvPr id="8"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a:xfrm>
            <a:off x="5658966" y="6435318"/>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3" name="flSlideMaster.Cover Slide 01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58869406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0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4"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a:xfrm>
            <a:off x="371475" y="6018226"/>
            <a:ext cx="4114800" cy="365125"/>
          </a:xfrm>
        </p:spPr>
        <p:txBody>
          <a:bodyPr/>
          <a:lstStyle>
            <a:lvl1pPr>
              <a:defRPr>
                <a:solidFill>
                  <a:schemeClr val="bg1"/>
                </a:solidFill>
              </a:defRPr>
            </a:lvl1pPr>
          </a:lstStyle>
          <a:p>
            <a:r>
              <a:rPr lang="en-IN" dirty="0">
                <a:solidFill>
                  <a:srgbClr val="FFFFFF"/>
                </a:solidFill>
              </a:rPr>
              <a:t>Vodafone Idea Confidential</a:t>
            </a:r>
          </a:p>
        </p:txBody>
      </p:sp>
      <p:sp>
        <p:nvSpPr>
          <p:cNvPr id="5"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a:xfrm>
            <a:off x="5658966" y="6018226"/>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pic>
        <p:nvPicPr>
          <p:cNvPr id="6" name="Graphic 2">
            <a:extLst>
              <a:ext uri="{FF2B5EF4-FFF2-40B4-BE49-F238E27FC236}">
                <a16:creationId xmlns:a16="http://schemas.microsoft.com/office/drawing/2014/main" xmlns="" id="{B5A1BBCC-E96A-4EA0-BAD1-ACB0E776BB4C}"/>
              </a:ext>
            </a:extLst>
          </p:cNvPr>
          <p:cNvPicPr>
            <a:picLocks noChangeAspect="1"/>
          </p:cNvPicPr>
          <p:nvPr userDrawn="1"/>
        </p:nvPicPr>
        <p:blipFill>
          <a:blip r:embed="rId2">
            <a:extLst>
              <a:ext uri="{96DAC541-7B7A-43D3-8B79-37D633B846F1}">
                <asvg:svgBlip xmlns:asvg="http://schemas.microsoft.com/office/drawing/2016/SVG/main" xmlns="" r:embed="rId5"/>
              </a:ext>
            </a:extLst>
          </a:blip>
          <a:stretch>
            <a:fillRect/>
          </a:stretch>
        </p:blipFill>
        <p:spPr>
          <a:xfrm>
            <a:off x="4486275" y="2130838"/>
            <a:ext cx="3224006" cy="2596323"/>
          </a:xfrm>
          <a:prstGeom prst="rect">
            <a:avLst/>
          </a:prstGeom>
        </p:spPr>
      </p:pic>
      <p:sp>
        <p:nvSpPr>
          <p:cNvPr id="2" name="flSlideMaster.Cover Slide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2986146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0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userDrawn="1">
            <p:ph type="ctrTitle" hasCustomPrompt="1"/>
          </p:nvPr>
        </p:nvSpPr>
        <p:spPr>
          <a:xfrm>
            <a:off x="371475" y="1742124"/>
            <a:ext cx="7096125" cy="2550476"/>
          </a:xfrm>
        </p:spPr>
        <p:txBody>
          <a:bodyPr anchor="b">
            <a:normAutofit/>
          </a:bodyPr>
          <a:lstStyle>
            <a:lvl1pPr algn="l">
              <a:defRPr sz="6600" b="1">
                <a:solidFill>
                  <a:schemeClr val="tx2"/>
                </a:solidFill>
                <a:latin typeface="+mj-lt"/>
              </a:defRPr>
            </a:lvl1pPr>
          </a:lstStyle>
          <a:p>
            <a:r>
              <a:rPr lang="en-IN" dirty="0"/>
              <a:t>p</a:t>
            </a:r>
            <a:r>
              <a:rPr lang="en-IN" dirty="0" smtClean="0"/>
              <a:t>resentation </a:t>
            </a:r>
            <a:r>
              <a:rPr lang="en-IN" dirty="0"/>
              <a:t>title goes here</a:t>
            </a:r>
          </a:p>
        </p:txBody>
      </p:sp>
      <p:sp>
        <p:nvSpPr>
          <p:cNvPr id="15" name="Text Placeholder 14">
            <a:extLst>
              <a:ext uri="{FF2B5EF4-FFF2-40B4-BE49-F238E27FC236}">
                <a16:creationId xmlns:a16="http://schemas.microsoft.com/office/drawing/2014/main" xmlns="" id="{D313FCF9-2166-4A4F-A93F-E78506A3A567}"/>
              </a:ext>
            </a:extLst>
          </p:cNvPr>
          <p:cNvSpPr>
            <a:spLocks noGrp="1"/>
          </p:cNvSpPr>
          <p:nvPr>
            <p:ph type="body" sz="quarter" idx="10" hasCustomPrompt="1"/>
          </p:nvPr>
        </p:nvSpPr>
        <p:spPr>
          <a:xfrm>
            <a:off x="371475" y="4580927"/>
            <a:ext cx="7096125" cy="1007042"/>
          </a:xfrm>
        </p:spPr>
        <p:txBody>
          <a:bodyPr>
            <a:normAutofit/>
          </a:bodyPr>
          <a:lstStyle>
            <a:lvl1pPr marL="0" indent="0">
              <a:buNone/>
              <a:defRPr sz="2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a:t>
            </a:r>
            <a:r>
              <a:rPr lang="en-US" dirty="0" smtClean="0"/>
              <a:t>dd </a:t>
            </a:r>
            <a:r>
              <a:rPr lang="en-US" dirty="0"/>
              <a:t>your text here</a:t>
            </a:r>
            <a:endParaRPr lang="en-IN" dirty="0"/>
          </a:p>
        </p:txBody>
      </p:sp>
      <p:pic>
        <p:nvPicPr>
          <p:cNvPr id="3" name="Graphic 2">
            <a:extLst>
              <a:ext uri="{FF2B5EF4-FFF2-40B4-BE49-F238E27FC236}">
                <a16:creationId xmlns:a16="http://schemas.microsoft.com/office/drawing/2014/main" xmlns="" id="{8635A833-6D08-4A36-9D3B-0C1A151496AA}"/>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4207" r="50000" b="12407"/>
          <a:stretch/>
        </p:blipFill>
        <p:spPr>
          <a:xfrm flipH="1">
            <a:off x="6392421" y="0"/>
            <a:ext cx="5799579" cy="6858000"/>
          </a:xfrm>
          <a:prstGeom prst="rect">
            <a:avLst/>
          </a:prstGeom>
        </p:spPr>
      </p:pic>
      <p:pic>
        <p:nvPicPr>
          <p:cNvPr id="4" name="Graphic 3">
            <a:extLst>
              <a:ext uri="{FF2B5EF4-FFF2-40B4-BE49-F238E27FC236}">
                <a16:creationId xmlns:a16="http://schemas.microsoft.com/office/drawing/2014/main" xmlns="" id="{A1ACD808-FABB-4277-BAA1-89C2F1D7DA2D}"/>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371475" y="382183"/>
            <a:ext cx="1234531" cy="994180"/>
          </a:xfrm>
          <a:prstGeom prst="rect">
            <a:avLst/>
          </a:prstGeom>
        </p:spPr>
      </p:pic>
      <p:sp>
        <p:nvSpPr>
          <p:cNvPr id="7" name="Footer Placeholder 2">
            <a:extLst>
              <a:ext uri="{FF2B5EF4-FFF2-40B4-BE49-F238E27FC236}">
                <a16:creationId xmlns:a16="http://schemas.microsoft.com/office/drawing/2014/main" xmlns="" id="{FA3A6C44-1E60-4AA0-944F-C492A60E4398}"/>
              </a:ext>
            </a:extLst>
          </p:cNvPr>
          <p:cNvSpPr>
            <a:spLocks noGrp="1"/>
          </p:cNvSpPr>
          <p:nvPr>
            <p:ph type="ftr" sz="quarter" idx="11"/>
          </p:nvPr>
        </p:nvSpPr>
        <p:spPr>
          <a:xfrm>
            <a:off x="371475" y="6018226"/>
            <a:ext cx="4114800" cy="365125"/>
          </a:xfrm>
        </p:spPr>
        <p:txBody>
          <a:bodyPr/>
          <a:lstStyle>
            <a:lvl1pPr>
              <a:defRPr>
                <a:solidFill>
                  <a:schemeClr val="tx2"/>
                </a:solidFill>
              </a:defRPr>
            </a:lvl1pPr>
          </a:lstStyle>
          <a:p>
            <a:r>
              <a:rPr lang="en-IN" dirty="0" smtClean="0">
                <a:solidFill>
                  <a:srgbClr val="2F3043"/>
                </a:solidFill>
              </a:rPr>
              <a:t>Vodafone Idea Confidential</a:t>
            </a:r>
            <a:endParaRPr lang="en-IN" dirty="0">
              <a:solidFill>
                <a:srgbClr val="2F3043"/>
              </a:solidFill>
            </a:endParaRPr>
          </a:p>
        </p:txBody>
      </p:sp>
      <p:sp>
        <p:nvSpPr>
          <p:cNvPr id="8" name="Slide Number Placeholder 3">
            <a:extLst>
              <a:ext uri="{FF2B5EF4-FFF2-40B4-BE49-F238E27FC236}">
                <a16:creationId xmlns:a16="http://schemas.microsoft.com/office/drawing/2014/main" xmlns="" id="{1F238215-5C65-48C8-9961-9D720CA1C721}"/>
              </a:ext>
            </a:extLst>
          </p:cNvPr>
          <p:cNvSpPr>
            <a:spLocks noGrp="1"/>
          </p:cNvSpPr>
          <p:nvPr>
            <p:ph type="sldNum" sz="quarter" idx="12"/>
          </p:nvPr>
        </p:nvSpPr>
        <p:spPr>
          <a:xfrm>
            <a:off x="5658966" y="6018226"/>
            <a:ext cx="874068" cy="365125"/>
          </a:xfrm>
        </p:spPr>
        <p:txBody>
          <a:bodyPr/>
          <a:lstStyle>
            <a:lvl1pPr>
              <a:defRPr>
                <a:solidFill>
                  <a:schemeClr val="tx2"/>
                </a:solidFill>
              </a:defRPr>
            </a:lvl1pPr>
          </a:lstStyle>
          <a:p>
            <a:fld id="{AC1CC88B-8153-4770-B0DF-840C5C37FBC3}" type="slidenum">
              <a:rPr lang="en-IN" smtClean="0">
                <a:solidFill>
                  <a:srgbClr val="2F3043"/>
                </a:solidFill>
              </a:rPr>
              <a:pPr/>
              <a:t>‹#›</a:t>
            </a:fld>
            <a:endParaRPr lang="en-IN" dirty="0">
              <a:solidFill>
                <a:srgbClr val="2F3043"/>
              </a:solidFill>
            </a:endParaRPr>
          </a:p>
        </p:txBody>
      </p:sp>
      <p:sp>
        <p:nvSpPr>
          <p:cNvPr id="5" name="flSlideMaster.Title Slide 01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64406822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0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userDrawn="1">
            <p:ph type="ctrTitle" hasCustomPrompt="1"/>
          </p:nvPr>
        </p:nvSpPr>
        <p:spPr>
          <a:xfrm>
            <a:off x="371475" y="1704024"/>
            <a:ext cx="8302625" cy="2550476"/>
          </a:xfrm>
        </p:spPr>
        <p:txBody>
          <a:bodyPr anchor="b">
            <a:normAutofit/>
          </a:bodyPr>
          <a:lstStyle>
            <a:lvl1pPr algn="l">
              <a:defRPr sz="6600" b="1">
                <a:solidFill>
                  <a:schemeClr val="tx2"/>
                </a:solidFill>
                <a:latin typeface="+mj-lt"/>
              </a:defRPr>
            </a:lvl1pPr>
          </a:lstStyle>
          <a:p>
            <a:r>
              <a:rPr lang="en-IN" dirty="0"/>
              <a:t>p</a:t>
            </a:r>
            <a:r>
              <a:rPr lang="en-IN" dirty="0" smtClean="0"/>
              <a:t>resentation </a:t>
            </a:r>
            <a:r>
              <a:rPr lang="en-IN" dirty="0"/>
              <a:t>title goes here</a:t>
            </a:r>
          </a:p>
        </p:txBody>
      </p:sp>
      <p:sp>
        <p:nvSpPr>
          <p:cNvPr id="15" name="Text Placeholder 14">
            <a:extLst>
              <a:ext uri="{FF2B5EF4-FFF2-40B4-BE49-F238E27FC236}">
                <a16:creationId xmlns:a16="http://schemas.microsoft.com/office/drawing/2014/main" xmlns="" id="{D313FCF9-2166-4A4F-A93F-E78506A3A567}"/>
              </a:ext>
            </a:extLst>
          </p:cNvPr>
          <p:cNvSpPr>
            <a:spLocks noGrp="1"/>
          </p:cNvSpPr>
          <p:nvPr>
            <p:ph type="body" sz="quarter" idx="10" hasCustomPrompt="1"/>
          </p:nvPr>
        </p:nvSpPr>
        <p:spPr>
          <a:xfrm>
            <a:off x="371475" y="4580926"/>
            <a:ext cx="4479925" cy="1332511"/>
          </a:xfrm>
        </p:spPr>
        <p:txBody>
          <a:bodyPr>
            <a:normAutofit/>
          </a:bodyPr>
          <a:lstStyle>
            <a:lvl1pPr marL="0" indent="0">
              <a:buNone/>
              <a:defRPr sz="2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a:t>
            </a:r>
            <a:r>
              <a:rPr lang="en-US" dirty="0" smtClean="0"/>
              <a:t>dd </a:t>
            </a:r>
            <a:r>
              <a:rPr lang="en-US" dirty="0"/>
              <a:t>your text here</a:t>
            </a:r>
            <a:endParaRPr lang="en-IN" dirty="0"/>
          </a:p>
        </p:txBody>
      </p:sp>
      <p:pic>
        <p:nvPicPr>
          <p:cNvPr id="6" name="Graphic 5">
            <a:extLst>
              <a:ext uri="{FF2B5EF4-FFF2-40B4-BE49-F238E27FC236}">
                <a16:creationId xmlns:a16="http://schemas.microsoft.com/office/drawing/2014/main" xmlns="" id="{53067788-FF17-485E-B86D-D9175BB1C773}"/>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5094" t="34666" r="38480" b="16111"/>
          <a:stretch/>
        </p:blipFill>
        <p:spPr>
          <a:xfrm flipH="1">
            <a:off x="5059356" y="2908300"/>
            <a:ext cx="7132641" cy="3949700"/>
          </a:xfrm>
          <a:prstGeom prst="rect">
            <a:avLst/>
          </a:prstGeom>
        </p:spPr>
      </p:pic>
      <p:grpSp>
        <p:nvGrpSpPr>
          <p:cNvPr id="4" name="Graphic 2">
            <a:extLst>
              <a:ext uri="{FF2B5EF4-FFF2-40B4-BE49-F238E27FC236}">
                <a16:creationId xmlns:a16="http://schemas.microsoft.com/office/drawing/2014/main" xmlns="" id="{AECEFB01-5B75-4195-B5CB-68528E152D44}"/>
              </a:ext>
            </a:extLst>
          </p:cNvPr>
          <p:cNvGrpSpPr/>
          <p:nvPr/>
        </p:nvGrpSpPr>
        <p:grpSpPr>
          <a:xfrm>
            <a:off x="371475" y="382183"/>
            <a:ext cx="1232892" cy="992541"/>
            <a:chOff x="371475" y="382183"/>
            <a:chExt cx="1232892" cy="992541"/>
          </a:xfrm>
          <a:solidFill>
            <a:srgbClr val="EE2737"/>
          </a:solidFill>
        </p:grpSpPr>
        <p:grpSp>
          <p:nvGrpSpPr>
            <p:cNvPr id="5" name="Graphic 2">
              <a:extLst>
                <a:ext uri="{FF2B5EF4-FFF2-40B4-BE49-F238E27FC236}">
                  <a16:creationId xmlns:a16="http://schemas.microsoft.com/office/drawing/2014/main" xmlns="" id="{AECEFB01-5B75-4195-B5CB-68528E152D44}"/>
                </a:ext>
              </a:extLst>
            </p:cNvPr>
            <p:cNvGrpSpPr/>
            <p:nvPr/>
          </p:nvGrpSpPr>
          <p:grpSpPr>
            <a:xfrm>
              <a:off x="371475" y="382183"/>
              <a:ext cx="1096329" cy="992541"/>
              <a:chOff x="371475" y="382183"/>
              <a:chExt cx="1096329" cy="992541"/>
            </a:xfrm>
            <a:solidFill>
              <a:srgbClr val="EE2737"/>
            </a:solidFill>
          </p:grpSpPr>
          <p:sp>
            <p:nvSpPr>
              <p:cNvPr id="7" name="Freeform: Shape 6">
                <a:extLst>
                  <a:ext uri="{FF2B5EF4-FFF2-40B4-BE49-F238E27FC236}">
                    <a16:creationId xmlns:a16="http://schemas.microsoft.com/office/drawing/2014/main" xmlns="" id="{6B325B24-2C4A-451D-BEBF-BF5F88DEF2DA}"/>
                  </a:ext>
                </a:extLst>
              </p:cNvPr>
              <p:cNvSpPr/>
              <p:nvPr/>
            </p:nvSpPr>
            <p:spPr>
              <a:xfrm>
                <a:off x="371475" y="382183"/>
                <a:ext cx="1085950" cy="660419"/>
              </a:xfrm>
              <a:custGeom>
                <a:avLst/>
                <a:gdLst>
                  <a:gd name="connsiteX0" fmla="*/ 1085950 w 1085950"/>
                  <a:gd name="connsiteY0" fmla="*/ 660420 h 660419"/>
                  <a:gd name="connsiteX1" fmla="*/ 851062 w 1085950"/>
                  <a:gd name="connsiteY1" fmla="*/ 660420 h 660419"/>
                  <a:gd name="connsiteX2" fmla="*/ 851062 w 1085950"/>
                  <a:gd name="connsiteY2" fmla="*/ 0 h 660419"/>
                  <a:gd name="connsiteX3" fmla="*/ 1085950 w 1085950"/>
                  <a:gd name="connsiteY3" fmla="*/ 0 h 660419"/>
                  <a:gd name="connsiteX4" fmla="*/ 1085950 w 1085950"/>
                  <a:gd name="connsiteY4" fmla="*/ 660420 h 660419"/>
                  <a:gd name="connsiteX5" fmla="*/ 539151 w 1085950"/>
                  <a:gd name="connsiteY5" fmla="*/ 0 h 660419"/>
                  <a:gd name="connsiteX6" fmla="*/ 387293 w 1085950"/>
                  <a:gd name="connsiteY6" fmla="*/ 615081 h 660419"/>
                  <a:gd name="connsiteX7" fmla="*/ 234889 w 1085950"/>
                  <a:gd name="connsiteY7" fmla="*/ 0 h 660419"/>
                  <a:gd name="connsiteX8" fmla="*/ 0 w 1085950"/>
                  <a:gd name="connsiteY8" fmla="*/ 0 h 660419"/>
                  <a:gd name="connsiteX9" fmla="*/ 163330 w 1085950"/>
                  <a:gd name="connsiteY9" fmla="*/ 660420 h 660419"/>
                  <a:gd name="connsiteX10" fmla="*/ 610711 w 1085950"/>
                  <a:gd name="connsiteY10" fmla="*/ 660420 h 660419"/>
                  <a:gd name="connsiteX11" fmla="*/ 774040 w 1085950"/>
                  <a:gd name="connsiteY11" fmla="*/ 0 h 660419"/>
                  <a:gd name="connsiteX12" fmla="*/ 539151 w 1085950"/>
                  <a:gd name="connsiteY12" fmla="*/ 0 h 66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5950" h="660419">
                    <a:moveTo>
                      <a:pt x="1085950" y="660420"/>
                    </a:moveTo>
                    <a:lnTo>
                      <a:pt x="851062" y="660420"/>
                    </a:lnTo>
                    <a:lnTo>
                      <a:pt x="851062" y="0"/>
                    </a:lnTo>
                    <a:lnTo>
                      <a:pt x="1085950" y="0"/>
                    </a:lnTo>
                    <a:lnTo>
                      <a:pt x="1085950" y="660420"/>
                    </a:lnTo>
                    <a:close/>
                    <a:moveTo>
                      <a:pt x="539151" y="0"/>
                    </a:moveTo>
                    <a:lnTo>
                      <a:pt x="387293" y="615081"/>
                    </a:lnTo>
                    <a:lnTo>
                      <a:pt x="234889" y="0"/>
                    </a:lnTo>
                    <a:lnTo>
                      <a:pt x="0" y="0"/>
                    </a:lnTo>
                    <a:lnTo>
                      <a:pt x="163330" y="660420"/>
                    </a:lnTo>
                    <a:lnTo>
                      <a:pt x="610711" y="660420"/>
                    </a:lnTo>
                    <a:lnTo>
                      <a:pt x="774040" y="0"/>
                    </a:lnTo>
                    <a:lnTo>
                      <a:pt x="539151" y="0"/>
                    </a:lnTo>
                    <a:close/>
                  </a:path>
                </a:pathLst>
              </a:custGeom>
              <a:solidFill>
                <a:schemeClr val="accent1"/>
              </a:solidFill>
              <a:ln w="5437" cap="flat">
                <a:noFill/>
                <a:prstDash val="solid"/>
                <a:miter/>
              </a:ln>
            </p:spPr>
            <p:txBody>
              <a:bodyPr rtlCol="0" anchor="ctr"/>
              <a:lstStyle/>
              <a:p>
                <a:endParaRPr lang="en-IN" dirty="0">
                  <a:solidFill>
                    <a:srgbClr val="2F3043"/>
                  </a:solidFill>
                </a:endParaRPr>
              </a:p>
            </p:txBody>
          </p:sp>
          <p:sp>
            <p:nvSpPr>
              <p:cNvPr id="8" name="Freeform: Shape 7">
                <a:extLst>
                  <a:ext uri="{FF2B5EF4-FFF2-40B4-BE49-F238E27FC236}">
                    <a16:creationId xmlns:a16="http://schemas.microsoft.com/office/drawing/2014/main" xmlns="" id="{45EF72D0-D29D-4792-96A4-BEAA61993087}"/>
                  </a:ext>
                </a:extLst>
              </p:cNvPr>
              <p:cNvSpPr/>
              <p:nvPr/>
            </p:nvSpPr>
            <p:spPr>
              <a:xfrm>
                <a:off x="1212157" y="1119077"/>
                <a:ext cx="255646" cy="255646"/>
              </a:xfrm>
              <a:custGeom>
                <a:avLst/>
                <a:gdLst>
                  <a:gd name="connsiteX0" fmla="*/ 255646 w 255646"/>
                  <a:gd name="connsiteY0" fmla="*/ 127823 h 255646"/>
                  <a:gd name="connsiteX1" fmla="*/ 127823 w 255646"/>
                  <a:gd name="connsiteY1" fmla="*/ 255646 h 255646"/>
                  <a:gd name="connsiteX2" fmla="*/ 0 w 255646"/>
                  <a:gd name="connsiteY2" fmla="*/ 127823 h 255646"/>
                  <a:gd name="connsiteX3" fmla="*/ 127823 w 255646"/>
                  <a:gd name="connsiteY3" fmla="*/ 0 h 255646"/>
                  <a:gd name="connsiteX4" fmla="*/ 255646 w 255646"/>
                  <a:gd name="connsiteY4" fmla="*/ 127823 h 255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646" h="255646">
                    <a:moveTo>
                      <a:pt x="255646" y="127823"/>
                    </a:moveTo>
                    <a:cubicBezTo>
                      <a:pt x="255646" y="198290"/>
                      <a:pt x="198290" y="255646"/>
                      <a:pt x="127823" y="255646"/>
                    </a:cubicBezTo>
                    <a:cubicBezTo>
                      <a:pt x="57357" y="255646"/>
                      <a:pt x="0" y="198290"/>
                      <a:pt x="0" y="127823"/>
                    </a:cubicBezTo>
                    <a:cubicBezTo>
                      <a:pt x="0" y="57357"/>
                      <a:pt x="57357" y="0"/>
                      <a:pt x="127823" y="0"/>
                    </a:cubicBezTo>
                    <a:cubicBezTo>
                      <a:pt x="198290" y="0"/>
                      <a:pt x="255646" y="57357"/>
                      <a:pt x="255646" y="127823"/>
                    </a:cubicBezTo>
                  </a:path>
                </a:pathLst>
              </a:custGeom>
              <a:solidFill>
                <a:schemeClr val="bg1"/>
              </a:solidFill>
              <a:ln w="5437" cap="flat">
                <a:noFill/>
                <a:prstDash val="solid"/>
                <a:miter/>
              </a:ln>
            </p:spPr>
            <p:txBody>
              <a:bodyPr rtlCol="0" anchor="ctr"/>
              <a:lstStyle/>
              <a:p>
                <a:endParaRPr lang="en-IN" dirty="0">
                  <a:solidFill>
                    <a:srgbClr val="2F3043"/>
                  </a:solidFill>
                </a:endParaRPr>
              </a:p>
            </p:txBody>
          </p:sp>
        </p:grpSp>
        <p:grpSp>
          <p:nvGrpSpPr>
            <p:cNvPr id="10" name="Graphic 2">
              <a:extLst>
                <a:ext uri="{FF2B5EF4-FFF2-40B4-BE49-F238E27FC236}">
                  <a16:creationId xmlns:a16="http://schemas.microsoft.com/office/drawing/2014/main" xmlns="" id="{AECEFB01-5B75-4195-B5CB-68528E152D44}"/>
                </a:ext>
              </a:extLst>
            </p:cNvPr>
            <p:cNvGrpSpPr/>
            <p:nvPr/>
          </p:nvGrpSpPr>
          <p:grpSpPr>
            <a:xfrm>
              <a:off x="1490200" y="382183"/>
              <a:ext cx="114166" cy="58995"/>
              <a:chOff x="1490200" y="382183"/>
              <a:chExt cx="114166" cy="58995"/>
            </a:xfrm>
            <a:solidFill>
              <a:srgbClr val="EE2737"/>
            </a:solidFill>
          </p:grpSpPr>
          <p:sp>
            <p:nvSpPr>
              <p:cNvPr id="12" name="Freeform: Shape 11">
                <a:extLst>
                  <a:ext uri="{FF2B5EF4-FFF2-40B4-BE49-F238E27FC236}">
                    <a16:creationId xmlns:a16="http://schemas.microsoft.com/office/drawing/2014/main" xmlns="" id="{589AFD04-D283-4C31-B4CF-7EB09FB496FA}"/>
                  </a:ext>
                </a:extLst>
              </p:cNvPr>
              <p:cNvSpPr/>
              <p:nvPr/>
            </p:nvSpPr>
            <p:spPr>
              <a:xfrm>
                <a:off x="1490200" y="382183"/>
                <a:ext cx="46431" cy="58995"/>
              </a:xfrm>
              <a:custGeom>
                <a:avLst/>
                <a:gdLst>
                  <a:gd name="connsiteX0" fmla="*/ 18026 w 46431"/>
                  <a:gd name="connsiteY0" fmla="*/ 9833 h 58995"/>
                  <a:gd name="connsiteX1" fmla="*/ 0 w 46431"/>
                  <a:gd name="connsiteY1" fmla="*/ 9833 h 58995"/>
                  <a:gd name="connsiteX2" fmla="*/ 0 w 46431"/>
                  <a:gd name="connsiteY2" fmla="*/ 0 h 58995"/>
                  <a:gd name="connsiteX3" fmla="*/ 46431 w 46431"/>
                  <a:gd name="connsiteY3" fmla="*/ 0 h 58995"/>
                  <a:gd name="connsiteX4" fmla="*/ 46431 w 46431"/>
                  <a:gd name="connsiteY4" fmla="*/ 9833 h 58995"/>
                  <a:gd name="connsiteX5" fmla="*/ 28951 w 46431"/>
                  <a:gd name="connsiteY5" fmla="*/ 9833 h 58995"/>
                  <a:gd name="connsiteX6" fmla="*/ 28951 w 46431"/>
                  <a:gd name="connsiteY6" fmla="*/ 58995 h 58995"/>
                  <a:gd name="connsiteX7" fmla="*/ 18026 w 46431"/>
                  <a:gd name="connsiteY7" fmla="*/ 58995 h 58995"/>
                  <a:gd name="connsiteX8" fmla="*/ 18026 w 46431"/>
                  <a:gd name="connsiteY8" fmla="*/ 9833 h 5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31" h="58995">
                    <a:moveTo>
                      <a:pt x="18026" y="9833"/>
                    </a:moveTo>
                    <a:lnTo>
                      <a:pt x="0" y="9833"/>
                    </a:lnTo>
                    <a:lnTo>
                      <a:pt x="0" y="0"/>
                    </a:lnTo>
                    <a:lnTo>
                      <a:pt x="46431" y="0"/>
                    </a:lnTo>
                    <a:lnTo>
                      <a:pt x="46431" y="9833"/>
                    </a:lnTo>
                    <a:lnTo>
                      <a:pt x="28951" y="9833"/>
                    </a:lnTo>
                    <a:lnTo>
                      <a:pt x="28951" y="58995"/>
                    </a:lnTo>
                    <a:lnTo>
                      <a:pt x="18026" y="58995"/>
                    </a:lnTo>
                    <a:lnTo>
                      <a:pt x="18026" y="9833"/>
                    </a:lnTo>
                    <a:close/>
                  </a:path>
                </a:pathLst>
              </a:custGeom>
              <a:solidFill>
                <a:schemeClr val="accent1"/>
              </a:solidFill>
              <a:ln w="5437" cap="flat">
                <a:noFill/>
                <a:prstDash val="solid"/>
                <a:miter/>
              </a:ln>
            </p:spPr>
            <p:txBody>
              <a:bodyPr rtlCol="0" anchor="ctr"/>
              <a:lstStyle/>
              <a:p>
                <a:endParaRPr lang="en-IN" dirty="0">
                  <a:solidFill>
                    <a:srgbClr val="2F3043"/>
                  </a:solidFill>
                </a:endParaRPr>
              </a:p>
            </p:txBody>
          </p:sp>
          <p:sp>
            <p:nvSpPr>
              <p:cNvPr id="16" name="Freeform: Shape 15">
                <a:extLst>
                  <a:ext uri="{FF2B5EF4-FFF2-40B4-BE49-F238E27FC236}">
                    <a16:creationId xmlns:a16="http://schemas.microsoft.com/office/drawing/2014/main" xmlns="" id="{CADF10BE-027A-4DB3-9A62-D6F2733FD7FF}"/>
                  </a:ext>
                </a:extLst>
              </p:cNvPr>
              <p:cNvSpPr/>
              <p:nvPr/>
            </p:nvSpPr>
            <p:spPr>
              <a:xfrm>
                <a:off x="1543186" y="382183"/>
                <a:ext cx="61180" cy="58995"/>
              </a:xfrm>
              <a:custGeom>
                <a:avLst/>
                <a:gdLst>
                  <a:gd name="connsiteX0" fmla="*/ 0 w 61180"/>
                  <a:gd name="connsiteY0" fmla="*/ 0 h 58995"/>
                  <a:gd name="connsiteX1" fmla="*/ 12564 w 61180"/>
                  <a:gd name="connsiteY1" fmla="*/ 0 h 58995"/>
                  <a:gd name="connsiteX2" fmla="*/ 30590 w 61180"/>
                  <a:gd name="connsiteY2" fmla="*/ 43700 h 58995"/>
                  <a:gd name="connsiteX3" fmla="*/ 48616 w 61180"/>
                  <a:gd name="connsiteY3" fmla="*/ 0 h 58995"/>
                  <a:gd name="connsiteX4" fmla="*/ 61180 w 61180"/>
                  <a:gd name="connsiteY4" fmla="*/ 0 h 58995"/>
                  <a:gd name="connsiteX5" fmla="*/ 61180 w 61180"/>
                  <a:gd name="connsiteY5" fmla="*/ 58995 h 58995"/>
                  <a:gd name="connsiteX6" fmla="*/ 50802 w 61180"/>
                  <a:gd name="connsiteY6" fmla="*/ 58995 h 58995"/>
                  <a:gd name="connsiteX7" fmla="*/ 50802 w 61180"/>
                  <a:gd name="connsiteY7" fmla="*/ 20211 h 58995"/>
                  <a:gd name="connsiteX8" fmla="*/ 34960 w 61180"/>
                  <a:gd name="connsiteY8" fmla="*/ 58995 h 58995"/>
                  <a:gd name="connsiteX9" fmla="*/ 26766 w 61180"/>
                  <a:gd name="connsiteY9" fmla="*/ 58995 h 58995"/>
                  <a:gd name="connsiteX10" fmla="*/ 10925 w 61180"/>
                  <a:gd name="connsiteY10" fmla="*/ 20211 h 58995"/>
                  <a:gd name="connsiteX11" fmla="*/ 10925 w 61180"/>
                  <a:gd name="connsiteY11" fmla="*/ 58995 h 58995"/>
                  <a:gd name="connsiteX12" fmla="*/ 546 w 61180"/>
                  <a:gd name="connsiteY12" fmla="*/ 58995 h 58995"/>
                  <a:gd name="connsiteX13" fmla="*/ 546 w 61180"/>
                  <a:gd name="connsiteY13" fmla="*/ 0 h 58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180" h="58995">
                    <a:moveTo>
                      <a:pt x="0" y="0"/>
                    </a:moveTo>
                    <a:lnTo>
                      <a:pt x="12564" y="0"/>
                    </a:lnTo>
                    <a:lnTo>
                      <a:pt x="30590" y="43700"/>
                    </a:lnTo>
                    <a:lnTo>
                      <a:pt x="48616" y="0"/>
                    </a:lnTo>
                    <a:lnTo>
                      <a:pt x="61180" y="0"/>
                    </a:lnTo>
                    <a:lnTo>
                      <a:pt x="61180" y="58995"/>
                    </a:lnTo>
                    <a:lnTo>
                      <a:pt x="50802" y="58995"/>
                    </a:lnTo>
                    <a:lnTo>
                      <a:pt x="50802" y="20211"/>
                    </a:lnTo>
                    <a:lnTo>
                      <a:pt x="34960" y="58995"/>
                    </a:lnTo>
                    <a:lnTo>
                      <a:pt x="26766" y="58995"/>
                    </a:lnTo>
                    <a:lnTo>
                      <a:pt x="10925" y="20211"/>
                    </a:lnTo>
                    <a:lnTo>
                      <a:pt x="10925" y="58995"/>
                    </a:lnTo>
                    <a:lnTo>
                      <a:pt x="546" y="58995"/>
                    </a:lnTo>
                    <a:lnTo>
                      <a:pt x="546" y="0"/>
                    </a:lnTo>
                    <a:close/>
                  </a:path>
                </a:pathLst>
              </a:custGeom>
              <a:solidFill>
                <a:schemeClr val="accent1"/>
              </a:solidFill>
              <a:ln w="5437" cap="flat">
                <a:noFill/>
                <a:prstDash val="solid"/>
                <a:miter/>
              </a:ln>
            </p:spPr>
            <p:txBody>
              <a:bodyPr rtlCol="0" anchor="ctr"/>
              <a:lstStyle/>
              <a:p>
                <a:endParaRPr lang="en-IN" dirty="0">
                  <a:solidFill>
                    <a:srgbClr val="2F3043"/>
                  </a:solidFill>
                </a:endParaRPr>
              </a:p>
            </p:txBody>
          </p:sp>
        </p:grpSp>
      </p:grpSp>
      <p:sp>
        <p:nvSpPr>
          <p:cNvPr id="13" name="Footer Placeholder 2">
            <a:extLst>
              <a:ext uri="{FF2B5EF4-FFF2-40B4-BE49-F238E27FC236}">
                <a16:creationId xmlns:a16="http://schemas.microsoft.com/office/drawing/2014/main" xmlns="" id="{FA3A6C44-1E60-4AA0-944F-C492A60E4398}"/>
              </a:ext>
            </a:extLst>
          </p:cNvPr>
          <p:cNvSpPr>
            <a:spLocks noGrp="1"/>
          </p:cNvSpPr>
          <p:nvPr>
            <p:ph type="ftr" sz="quarter" idx="11"/>
          </p:nvPr>
        </p:nvSpPr>
        <p:spPr>
          <a:xfrm>
            <a:off x="371475" y="6018226"/>
            <a:ext cx="4114800" cy="365125"/>
          </a:xfrm>
        </p:spPr>
        <p:txBody>
          <a:bodyPr/>
          <a:lstStyle>
            <a:lvl1pPr>
              <a:defRPr>
                <a:solidFill>
                  <a:schemeClr val="bg1"/>
                </a:solidFill>
              </a:defRPr>
            </a:lvl1pPr>
          </a:lstStyle>
          <a:p>
            <a:r>
              <a:rPr lang="en-IN" dirty="0">
                <a:solidFill>
                  <a:srgbClr val="FFFFFF"/>
                </a:solidFill>
              </a:rPr>
              <a:t>Vodafone Idea Confidential</a:t>
            </a:r>
          </a:p>
        </p:txBody>
      </p:sp>
      <p:sp>
        <p:nvSpPr>
          <p:cNvPr id="14" name="Slide Number Placeholder 3">
            <a:extLst>
              <a:ext uri="{FF2B5EF4-FFF2-40B4-BE49-F238E27FC236}">
                <a16:creationId xmlns:a16="http://schemas.microsoft.com/office/drawing/2014/main" xmlns="" id="{1F238215-5C65-48C8-9961-9D720CA1C721}"/>
              </a:ext>
            </a:extLst>
          </p:cNvPr>
          <p:cNvSpPr>
            <a:spLocks noGrp="1"/>
          </p:cNvSpPr>
          <p:nvPr>
            <p:ph type="sldNum" sz="quarter" idx="12"/>
          </p:nvPr>
        </p:nvSpPr>
        <p:spPr>
          <a:xfrm>
            <a:off x="4851400" y="6016652"/>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3" name="flSlideMaster.Title Slide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16757212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0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pic>
        <p:nvPicPr>
          <p:cNvPr id="3" name="Graphic 2">
            <a:extLst>
              <a:ext uri="{FF2B5EF4-FFF2-40B4-BE49-F238E27FC236}">
                <a16:creationId xmlns:a16="http://schemas.microsoft.com/office/drawing/2014/main" xmlns="" id="{B0947FAC-B9B4-409A-B7DC-1B1F87AD737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10207" t="29856" r="50730" b="6420"/>
          <a:stretch/>
        </p:blipFill>
        <p:spPr>
          <a:xfrm flipH="1">
            <a:off x="5947639" y="1379615"/>
            <a:ext cx="6244360" cy="5478385"/>
          </a:xfrm>
          <a:prstGeom prst="rect">
            <a:avLst/>
          </a:prstGeom>
        </p:spPr>
      </p:pic>
      <p:sp>
        <p:nvSpPr>
          <p:cNvPr id="2" name="Title 1"/>
          <p:cNvSpPr>
            <a:spLocks noGrp="1"/>
          </p:cNvSpPr>
          <p:nvPr userDrawn="1">
            <p:ph type="ctrTitle" hasCustomPrompt="1"/>
          </p:nvPr>
        </p:nvSpPr>
        <p:spPr>
          <a:xfrm>
            <a:off x="371475" y="1704024"/>
            <a:ext cx="5927725" cy="2550476"/>
          </a:xfrm>
        </p:spPr>
        <p:txBody>
          <a:bodyPr anchor="b">
            <a:normAutofit/>
          </a:bodyPr>
          <a:lstStyle>
            <a:lvl1pPr algn="l">
              <a:defRPr sz="6600" b="1">
                <a:solidFill>
                  <a:schemeClr val="bg1"/>
                </a:solidFill>
                <a:latin typeface="+mj-lt"/>
              </a:defRPr>
            </a:lvl1pPr>
          </a:lstStyle>
          <a:p>
            <a:r>
              <a:rPr lang="en-IN" dirty="0"/>
              <a:t>p</a:t>
            </a:r>
            <a:r>
              <a:rPr lang="en-IN" dirty="0" smtClean="0"/>
              <a:t>resentation </a:t>
            </a:r>
            <a:r>
              <a:rPr lang="en-IN" dirty="0"/>
              <a:t>title goes here</a:t>
            </a:r>
          </a:p>
        </p:txBody>
      </p:sp>
      <p:sp>
        <p:nvSpPr>
          <p:cNvPr id="15" name="Text Placeholder 14">
            <a:extLst>
              <a:ext uri="{FF2B5EF4-FFF2-40B4-BE49-F238E27FC236}">
                <a16:creationId xmlns:a16="http://schemas.microsoft.com/office/drawing/2014/main" xmlns="" id="{D313FCF9-2166-4A4F-A93F-E78506A3A567}"/>
              </a:ext>
            </a:extLst>
          </p:cNvPr>
          <p:cNvSpPr>
            <a:spLocks noGrp="1"/>
          </p:cNvSpPr>
          <p:nvPr>
            <p:ph type="body" sz="quarter" idx="10" hasCustomPrompt="1"/>
          </p:nvPr>
        </p:nvSpPr>
        <p:spPr>
          <a:xfrm>
            <a:off x="371475" y="4580926"/>
            <a:ext cx="5927725" cy="1332511"/>
          </a:xfrm>
        </p:spPr>
        <p:txBody>
          <a:bodyPr>
            <a:normAutofit/>
          </a:bodyPr>
          <a:lstStyle>
            <a:lvl1pPr marL="0" indent="0">
              <a:buNone/>
              <a:defRPr sz="240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a:t>
            </a:r>
            <a:r>
              <a:rPr lang="en-US" dirty="0" smtClean="0"/>
              <a:t>dd </a:t>
            </a:r>
            <a:r>
              <a:rPr lang="en-US" dirty="0"/>
              <a:t>your text here</a:t>
            </a:r>
            <a:endParaRPr lang="en-IN" dirty="0"/>
          </a:p>
        </p:txBody>
      </p:sp>
      <p:pic>
        <p:nvPicPr>
          <p:cNvPr id="4" name="Graphic 3">
            <a:extLst>
              <a:ext uri="{FF2B5EF4-FFF2-40B4-BE49-F238E27FC236}">
                <a16:creationId xmlns:a16="http://schemas.microsoft.com/office/drawing/2014/main" xmlns="" id="{8E5ABE82-8999-4A22-86EF-055949D02F17}"/>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371475" y="382183"/>
            <a:ext cx="1234531" cy="994180"/>
          </a:xfrm>
          <a:prstGeom prst="rect">
            <a:avLst/>
          </a:prstGeom>
        </p:spPr>
      </p:pic>
      <p:sp>
        <p:nvSpPr>
          <p:cNvPr id="7" name="Footer Placeholder 2">
            <a:extLst>
              <a:ext uri="{FF2B5EF4-FFF2-40B4-BE49-F238E27FC236}">
                <a16:creationId xmlns:a16="http://schemas.microsoft.com/office/drawing/2014/main" xmlns="" id="{FA3A6C44-1E60-4AA0-944F-C492A60E4398}"/>
              </a:ext>
            </a:extLst>
          </p:cNvPr>
          <p:cNvSpPr>
            <a:spLocks noGrp="1"/>
          </p:cNvSpPr>
          <p:nvPr>
            <p:ph type="ftr" sz="quarter" idx="11"/>
          </p:nvPr>
        </p:nvSpPr>
        <p:spPr>
          <a:xfrm>
            <a:off x="371475" y="6018226"/>
            <a:ext cx="4114800" cy="365125"/>
          </a:xfrm>
        </p:spPr>
        <p:txBody>
          <a:bodyPr/>
          <a:lstStyle>
            <a:lvl1pPr>
              <a:defRPr>
                <a:solidFill>
                  <a:schemeClr val="bg1"/>
                </a:solidFill>
              </a:defRPr>
            </a:lvl1pPr>
          </a:lstStyle>
          <a:p>
            <a:r>
              <a:rPr lang="en-IN" dirty="0">
                <a:solidFill>
                  <a:srgbClr val="FFFFFF"/>
                </a:solidFill>
              </a:rPr>
              <a:t>Vodafone Idea Confidential</a:t>
            </a:r>
          </a:p>
        </p:txBody>
      </p:sp>
      <p:sp>
        <p:nvSpPr>
          <p:cNvPr id="8" name="Slide Number Placeholder 3">
            <a:extLst>
              <a:ext uri="{FF2B5EF4-FFF2-40B4-BE49-F238E27FC236}">
                <a16:creationId xmlns:a16="http://schemas.microsoft.com/office/drawing/2014/main" xmlns="" id="{1F238215-5C65-48C8-9961-9D720CA1C721}"/>
              </a:ext>
            </a:extLst>
          </p:cNvPr>
          <p:cNvSpPr>
            <a:spLocks noGrp="1"/>
          </p:cNvSpPr>
          <p:nvPr>
            <p:ph type="sldNum" sz="quarter" idx="12"/>
          </p:nvPr>
        </p:nvSpPr>
        <p:spPr>
          <a:xfrm>
            <a:off x="5216698" y="6018226"/>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5" name="flSlideMaster.Title Slide 03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18027755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04">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userDrawn="1">
            <p:ph type="ctrTitle" hasCustomPrompt="1"/>
          </p:nvPr>
        </p:nvSpPr>
        <p:spPr>
          <a:xfrm>
            <a:off x="371475" y="1704024"/>
            <a:ext cx="5927725" cy="2550476"/>
          </a:xfrm>
        </p:spPr>
        <p:txBody>
          <a:bodyPr anchor="b">
            <a:normAutofit/>
          </a:bodyPr>
          <a:lstStyle>
            <a:lvl1pPr algn="l">
              <a:defRPr sz="6600" b="1">
                <a:solidFill>
                  <a:schemeClr val="bg1"/>
                </a:solidFill>
                <a:latin typeface="+mj-lt"/>
              </a:defRPr>
            </a:lvl1pPr>
          </a:lstStyle>
          <a:p>
            <a:r>
              <a:rPr lang="en-IN" dirty="0"/>
              <a:t>p</a:t>
            </a:r>
            <a:r>
              <a:rPr lang="en-IN" dirty="0" smtClean="0"/>
              <a:t>resentation </a:t>
            </a:r>
            <a:r>
              <a:rPr lang="en-IN" dirty="0"/>
              <a:t>title goes here</a:t>
            </a:r>
          </a:p>
        </p:txBody>
      </p:sp>
      <p:sp>
        <p:nvSpPr>
          <p:cNvPr id="15" name="Text Placeholder 14">
            <a:extLst>
              <a:ext uri="{FF2B5EF4-FFF2-40B4-BE49-F238E27FC236}">
                <a16:creationId xmlns:a16="http://schemas.microsoft.com/office/drawing/2014/main" xmlns="" id="{D313FCF9-2166-4A4F-A93F-E78506A3A567}"/>
              </a:ext>
            </a:extLst>
          </p:cNvPr>
          <p:cNvSpPr>
            <a:spLocks noGrp="1"/>
          </p:cNvSpPr>
          <p:nvPr>
            <p:ph type="body" sz="quarter" idx="10" hasCustomPrompt="1"/>
          </p:nvPr>
        </p:nvSpPr>
        <p:spPr>
          <a:xfrm>
            <a:off x="371475" y="4580926"/>
            <a:ext cx="5051425" cy="1332511"/>
          </a:xfrm>
        </p:spPr>
        <p:txBody>
          <a:bodyPr>
            <a:normAutofit/>
          </a:bodyPr>
          <a:lstStyle>
            <a:lvl1pPr marL="0" indent="0">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a:t>
            </a:r>
            <a:r>
              <a:rPr lang="en-US" dirty="0" smtClean="0"/>
              <a:t>dd </a:t>
            </a:r>
            <a:r>
              <a:rPr lang="en-US" dirty="0"/>
              <a:t>your text here</a:t>
            </a:r>
            <a:endParaRPr lang="en-IN" dirty="0"/>
          </a:p>
        </p:txBody>
      </p:sp>
      <p:pic>
        <p:nvPicPr>
          <p:cNvPr id="4" name="Graphic 3">
            <a:extLst>
              <a:ext uri="{FF2B5EF4-FFF2-40B4-BE49-F238E27FC236}">
                <a16:creationId xmlns:a16="http://schemas.microsoft.com/office/drawing/2014/main" xmlns="" id="{F5788329-F381-4BFA-870D-A29DAAFAACDB}"/>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12981" t="20313" r="57120" b="29874"/>
          <a:stretch/>
        </p:blipFill>
        <p:spPr>
          <a:xfrm flipH="1">
            <a:off x="5661498" y="0"/>
            <a:ext cx="6530502" cy="6858001"/>
          </a:xfrm>
          <a:prstGeom prst="rect">
            <a:avLst/>
          </a:prstGeom>
        </p:spPr>
      </p:pic>
      <p:pic>
        <p:nvPicPr>
          <p:cNvPr id="3" name="Graphic 2">
            <a:extLst>
              <a:ext uri="{FF2B5EF4-FFF2-40B4-BE49-F238E27FC236}">
                <a16:creationId xmlns:a16="http://schemas.microsoft.com/office/drawing/2014/main" xmlns="" id="{B5A1BBCC-E96A-4EA0-BAD1-ACB0E776BB4C}"/>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371475" y="397811"/>
            <a:ext cx="1216659" cy="979787"/>
          </a:xfrm>
          <a:prstGeom prst="rect">
            <a:avLst/>
          </a:prstGeom>
        </p:spPr>
      </p:pic>
      <p:sp>
        <p:nvSpPr>
          <p:cNvPr id="7" name="Footer Placeholder 2">
            <a:extLst>
              <a:ext uri="{FF2B5EF4-FFF2-40B4-BE49-F238E27FC236}">
                <a16:creationId xmlns:a16="http://schemas.microsoft.com/office/drawing/2014/main" xmlns="" id="{FA3A6C44-1E60-4AA0-944F-C492A60E4398}"/>
              </a:ext>
            </a:extLst>
          </p:cNvPr>
          <p:cNvSpPr>
            <a:spLocks noGrp="1"/>
          </p:cNvSpPr>
          <p:nvPr>
            <p:ph type="ftr" sz="quarter" idx="11"/>
          </p:nvPr>
        </p:nvSpPr>
        <p:spPr>
          <a:xfrm>
            <a:off x="371475" y="6018226"/>
            <a:ext cx="4114800" cy="365125"/>
          </a:xfrm>
        </p:spPr>
        <p:txBody>
          <a:bodyPr/>
          <a:lstStyle>
            <a:lvl1pPr>
              <a:defRPr>
                <a:solidFill>
                  <a:schemeClr val="bg1"/>
                </a:solidFill>
              </a:defRPr>
            </a:lvl1pPr>
          </a:lstStyle>
          <a:p>
            <a:r>
              <a:rPr lang="en-IN" dirty="0">
                <a:solidFill>
                  <a:srgbClr val="FFFFFF"/>
                </a:solidFill>
              </a:rPr>
              <a:t>Vodafone Idea Confidential</a:t>
            </a:r>
          </a:p>
        </p:txBody>
      </p:sp>
      <p:sp>
        <p:nvSpPr>
          <p:cNvPr id="8" name="Slide Number Placeholder 3">
            <a:extLst>
              <a:ext uri="{FF2B5EF4-FFF2-40B4-BE49-F238E27FC236}">
                <a16:creationId xmlns:a16="http://schemas.microsoft.com/office/drawing/2014/main" xmlns="" id="{1F238215-5C65-48C8-9961-9D720CA1C721}"/>
              </a:ext>
            </a:extLst>
          </p:cNvPr>
          <p:cNvSpPr>
            <a:spLocks noGrp="1"/>
          </p:cNvSpPr>
          <p:nvPr>
            <p:ph type="sldNum" sz="quarter" idx="12"/>
          </p:nvPr>
        </p:nvSpPr>
        <p:spPr>
          <a:xfrm>
            <a:off x="5224464" y="6057300"/>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5" name="flSlideMaster.Title Slide 04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22205121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05">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userDrawn="1">
            <p:ph type="ctrTitle" hasCustomPrompt="1"/>
          </p:nvPr>
        </p:nvSpPr>
        <p:spPr>
          <a:xfrm>
            <a:off x="371475" y="1704024"/>
            <a:ext cx="5927725" cy="2550476"/>
          </a:xfrm>
        </p:spPr>
        <p:txBody>
          <a:bodyPr anchor="b">
            <a:normAutofit/>
          </a:bodyPr>
          <a:lstStyle>
            <a:lvl1pPr algn="l">
              <a:defRPr sz="6600" b="1">
                <a:solidFill>
                  <a:schemeClr val="bg1"/>
                </a:solidFill>
                <a:latin typeface="+mj-lt"/>
              </a:defRPr>
            </a:lvl1pPr>
          </a:lstStyle>
          <a:p>
            <a:r>
              <a:rPr lang="en-IN" dirty="0"/>
              <a:t>p</a:t>
            </a:r>
            <a:r>
              <a:rPr lang="en-IN" dirty="0" smtClean="0"/>
              <a:t>resentation </a:t>
            </a:r>
            <a:r>
              <a:rPr lang="en-IN" dirty="0"/>
              <a:t>title goes here</a:t>
            </a:r>
          </a:p>
        </p:txBody>
      </p:sp>
      <p:sp>
        <p:nvSpPr>
          <p:cNvPr id="15" name="Text Placeholder 14">
            <a:extLst>
              <a:ext uri="{FF2B5EF4-FFF2-40B4-BE49-F238E27FC236}">
                <a16:creationId xmlns:a16="http://schemas.microsoft.com/office/drawing/2014/main" xmlns="" id="{D313FCF9-2166-4A4F-A93F-E78506A3A567}"/>
              </a:ext>
            </a:extLst>
          </p:cNvPr>
          <p:cNvSpPr>
            <a:spLocks noGrp="1"/>
          </p:cNvSpPr>
          <p:nvPr>
            <p:ph type="body" sz="quarter" idx="10" hasCustomPrompt="1"/>
          </p:nvPr>
        </p:nvSpPr>
        <p:spPr>
          <a:xfrm>
            <a:off x="371475" y="4580926"/>
            <a:ext cx="5927725" cy="1332511"/>
          </a:xfrm>
        </p:spPr>
        <p:txBody>
          <a:bodyPr>
            <a:normAutofit/>
          </a:bodyPr>
          <a:lstStyle>
            <a:lvl1pPr marL="0" indent="0">
              <a:buNone/>
              <a:defRPr sz="2400">
                <a:solidFill>
                  <a:schemeClr val="accent4"/>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a:t>
            </a:r>
            <a:r>
              <a:rPr lang="en-US" dirty="0" smtClean="0"/>
              <a:t>dd </a:t>
            </a:r>
            <a:r>
              <a:rPr lang="en-US" dirty="0"/>
              <a:t>your text here</a:t>
            </a:r>
            <a:endParaRPr lang="en-IN" dirty="0"/>
          </a:p>
        </p:txBody>
      </p:sp>
      <p:pic>
        <p:nvPicPr>
          <p:cNvPr id="3" name="Graphic 2">
            <a:extLst>
              <a:ext uri="{FF2B5EF4-FFF2-40B4-BE49-F238E27FC236}">
                <a16:creationId xmlns:a16="http://schemas.microsoft.com/office/drawing/2014/main" xmlns="" id="{2D88B3F3-B7CE-4A06-935F-6273CAC5945D}"/>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22433" t="30535" r="50285" b="13519"/>
          <a:stretch/>
        </p:blipFill>
        <p:spPr>
          <a:xfrm flipH="1">
            <a:off x="6377631" y="0"/>
            <a:ext cx="5814369" cy="6858000"/>
          </a:xfrm>
          <a:prstGeom prst="rect">
            <a:avLst/>
          </a:prstGeom>
        </p:spPr>
      </p:pic>
      <p:pic>
        <p:nvPicPr>
          <p:cNvPr id="4" name="Graphic 3">
            <a:extLst>
              <a:ext uri="{FF2B5EF4-FFF2-40B4-BE49-F238E27FC236}">
                <a16:creationId xmlns:a16="http://schemas.microsoft.com/office/drawing/2014/main" xmlns="" id="{57CD5037-D677-4EE0-9F13-0AB222299E23}"/>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371475" y="382183"/>
            <a:ext cx="1234531" cy="994180"/>
          </a:xfrm>
          <a:prstGeom prst="rect">
            <a:avLst/>
          </a:prstGeom>
        </p:spPr>
      </p:pic>
      <p:sp>
        <p:nvSpPr>
          <p:cNvPr id="7" name="Footer Placeholder 2">
            <a:extLst>
              <a:ext uri="{FF2B5EF4-FFF2-40B4-BE49-F238E27FC236}">
                <a16:creationId xmlns:a16="http://schemas.microsoft.com/office/drawing/2014/main" xmlns="" id="{FA3A6C44-1E60-4AA0-944F-C492A60E4398}"/>
              </a:ext>
            </a:extLst>
          </p:cNvPr>
          <p:cNvSpPr>
            <a:spLocks noGrp="1"/>
          </p:cNvSpPr>
          <p:nvPr>
            <p:ph type="ftr" sz="quarter" idx="11"/>
          </p:nvPr>
        </p:nvSpPr>
        <p:spPr>
          <a:xfrm>
            <a:off x="371475" y="6018226"/>
            <a:ext cx="4114800" cy="365125"/>
          </a:xfrm>
        </p:spPr>
        <p:txBody>
          <a:bodyPr/>
          <a:lstStyle>
            <a:lvl1pPr>
              <a:defRPr>
                <a:solidFill>
                  <a:schemeClr val="bg1"/>
                </a:solidFill>
              </a:defRPr>
            </a:lvl1pPr>
          </a:lstStyle>
          <a:p>
            <a:r>
              <a:rPr lang="en-IN" dirty="0">
                <a:solidFill>
                  <a:srgbClr val="FFFFFF"/>
                </a:solidFill>
              </a:rPr>
              <a:t>Vodafone Idea Confidential</a:t>
            </a:r>
          </a:p>
        </p:txBody>
      </p:sp>
      <p:sp>
        <p:nvSpPr>
          <p:cNvPr id="8" name="Slide Number Placeholder 3">
            <a:extLst>
              <a:ext uri="{FF2B5EF4-FFF2-40B4-BE49-F238E27FC236}">
                <a16:creationId xmlns:a16="http://schemas.microsoft.com/office/drawing/2014/main" xmlns="" id="{1F238215-5C65-48C8-9961-9D720CA1C721}"/>
              </a:ext>
            </a:extLst>
          </p:cNvPr>
          <p:cNvSpPr>
            <a:spLocks noGrp="1"/>
          </p:cNvSpPr>
          <p:nvPr>
            <p:ph type="sldNum" sz="quarter" idx="12"/>
          </p:nvPr>
        </p:nvSpPr>
        <p:spPr>
          <a:xfrm>
            <a:off x="5658966" y="6018226"/>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5" name="flSlideMaster.Title Slide 05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76175237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0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A6F1A5EB-66FB-4E72-9820-DCC7810BD940}"/>
              </a:ext>
            </a:extLst>
          </p:cNvPr>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pic>
        <p:nvPicPr>
          <p:cNvPr id="9" name="Graphic 8">
            <a:extLst>
              <a:ext uri="{FF2B5EF4-FFF2-40B4-BE49-F238E27FC236}">
                <a16:creationId xmlns:a16="http://schemas.microsoft.com/office/drawing/2014/main" xmlns="" id="{FBD06AA6-859B-47C6-B38F-E38182BE500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3070" r="8898" b="10241"/>
          <a:stretch/>
        </p:blipFill>
        <p:spPr>
          <a:xfrm>
            <a:off x="4437297" y="0"/>
            <a:ext cx="7754703" cy="6858000"/>
          </a:xfrm>
          <a:prstGeom prst="rect">
            <a:avLst/>
          </a:prstGeom>
        </p:spPr>
      </p:pic>
      <p:sp>
        <p:nvSpPr>
          <p:cNvPr id="32" name="Text Placeholder 31">
            <a:extLst>
              <a:ext uri="{FF2B5EF4-FFF2-40B4-BE49-F238E27FC236}">
                <a16:creationId xmlns:a16="http://schemas.microsoft.com/office/drawing/2014/main" xmlns="" id="{FD4A84EE-FF4A-4142-9BBF-E30DFE8BFDAC}"/>
              </a:ext>
            </a:extLst>
          </p:cNvPr>
          <p:cNvSpPr>
            <a:spLocks noGrp="1"/>
          </p:cNvSpPr>
          <p:nvPr>
            <p:ph type="body" sz="quarter" idx="12" hasCustomPrompt="1"/>
          </p:nvPr>
        </p:nvSpPr>
        <p:spPr>
          <a:xfrm>
            <a:off x="371475" y="1376363"/>
            <a:ext cx="7985125" cy="1849437"/>
          </a:xfrm>
        </p:spPr>
        <p:txBody>
          <a:bodyPr anchor="b">
            <a:normAutofit/>
          </a:bodyPr>
          <a:lstStyle>
            <a:lvl1pPr marL="0" indent="0" algn="l">
              <a:buNone/>
              <a:defRPr sz="5400" b="1">
                <a:solidFill>
                  <a:schemeClr val="accent2"/>
                </a:solidFill>
                <a:latin typeface="+mj-lt"/>
              </a:defRPr>
            </a:lvl1pPr>
          </a:lstStyle>
          <a:p>
            <a:pPr lvl="0"/>
            <a:r>
              <a:rPr lang="en-US" dirty="0"/>
              <a:t>d</a:t>
            </a:r>
            <a:r>
              <a:rPr lang="en-US" dirty="0" smtClean="0"/>
              <a:t>ivider </a:t>
            </a:r>
            <a:r>
              <a:rPr lang="en-US" dirty="0"/>
              <a:t>slide</a:t>
            </a:r>
          </a:p>
        </p:txBody>
      </p:sp>
      <p:sp>
        <p:nvSpPr>
          <p:cNvPr id="3"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p:txBody>
          <a:bodyPr/>
          <a:lstStyle>
            <a:lvl1pPr>
              <a:defRPr>
                <a:solidFill>
                  <a:schemeClr val="bg1"/>
                </a:solidFill>
              </a:defRPr>
            </a:lvl1pPr>
          </a:lstStyle>
          <a:p>
            <a:r>
              <a:rPr lang="en-IN" dirty="0">
                <a:solidFill>
                  <a:srgbClr val="FFFFFF"/>
                </a:solidFill>
              </a:rPr>
              <a:t>Vodafone Idea Confidential</a:t>
            </a:r>
          </a:p>
        </p:txBody>
      </p:sp>
      <p:sp>
        <p:nvSpPr>
          <p:cNvPr id="4"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14" name="Text Placeholder 14">
            <a:extLst>
              <a:ext uri="{FF2B5EF4-FFF2-40B4-BE49-F238E27FC236}">
                <a16:creationId xmlns:a16="http://schemas.microsoft.com/office/drawing/2014/main" xmlns="" id="{F83F6AC7-331D-4A6A-9706-B0AE45CBCF7B}"/>
              </a:ext>
            </a:extLst>
          </p:cNvPr>
          <p:cNvSpPr>
            <a:spLocks noGrp="1"/>
          </p:cNvSpPr>
          <p:nvPr>
            <p:ph type="body" sz="quarter" idx="13" hasCustomPrompt="1"/>
          </p:nvPr>
        </p:nvSpPr>
        <p:spPr>
          <a:xfrm>
            <a:off x="371475" y="3526826"/>
            <a:ext cx="7985125" cy="1332511"/>
          </a:xfrm>
        </p:spPr>
        <p:txBody>
          <a:bodyPr>
            <a:normAutofit/>
          </a:bodyPr>
          <a:lstStyle>
            <a:lvl1pPr marL="0" indent="0">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Add </a:t>
            </a:r>
            <a:r>
              <a:rPr lang="en-US" dirty="0"/>
              <a:t>your text here</a:t>
            </a:r>
            <a:endParaRPr lang="en-IN" dirty="0"/>
          </a:p>
        </p:txBody>
      </p:sp>
      <p:pic>
        <p:nvPicPr>
          <p:cNvPr id="2" name="Graphic 1">
            <a:extLst>
              <a:ext uri="{FF2B5EF4-FFF2-40B4-BE49-F238E27FC236}">
                <a16:creationId xmlns:a16="http://schemas.microsoft.com/office/drawing/2014/main" xmlns="" id="{32A7CADF-F782-474F-B45C-342E359A1287}"/>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0549482" y="5459008"/>
            <a:ext cx="1234531" cy="994180"/>
          </a:xfrm>
          <a:prstGeom prst="rect">
            <a:avLst/>
          </a:prstGeom>
        </p:spPr>
      </p:pic>
      <p:sp>
        <p:nvSpPr>
          <p:cNvPr id="5" name="flSlideMaster.Divider Slide 01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83053171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0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A6F1A5EB-66FB-4E72-9820-DCC7810BD940}"/>
              </a:ext>
            </a:extLst>
          </p:cNvPr>
          <p:cNvSpPr/>
          <p:nvPr userDrawn="1"/>
        </p:nvSpPr>
        <p:spPr>
          <a:xfrm>
            <a:off x="0" y="0"/>
            <a:ext cx="12192000" cy="6858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pic>
        <p:nvPicPr>
          <p:cNvPr id="9" name="Graphic 8">
            <a:extLst>
              <a:ext uri="{FF2B5EF4-FFF2-40B4-BE49-F238E27FC236}">
                <a16:creationId xmlns:a16="http://schemas.microsoft.com/office/drawing/2014/main" xmlns="" id="{FBD06AA6-859B-47C6-B38F-E38182BE5001}"/>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3070" r="8898" b="10241"/>
          <a:stretch/>
        </p:blipFill>
        <p:spPr>
          <a:xfrm>
            <a:off x="4437297" y="0"/>
            <a:ext cx="7754703" cy="6858000"/>
          </a:xfrm>
          <a:prstGeom prst="rect">
            <a:avLst/>
          </a:prstGeom>
        </p:spPr>
      </p:pic>
      <p:sp>
        <p:nvSpPr>
          <p:cNvPr id="32" name="Text Placeholder 31">
            <a:extLst>
              <a:ext uri="{FF2B5EF4-FFF2-40B4-BE49-F238E27FC236}">
                <a16:creationId xmlns:a16="http://schemas.microsoft.com/office/drawing/2014/main" xmlns="" id="{FD4A84EE-FF4A-4142-9BBF-E30DFE8BFDAC}"/>
              </a:ext>
            </a:extLst>
          </p:cNvPr>
          <p:cNvSpPr>
            <a:spLocks noGrp="1"/>
          </p:cNvSpPr>
          <p:nvPr>
            <p:ph type="body" sz="quarter" idx="12" hasCustomPrompt="1"/>
          </p:nvPr>
        </p:nvSpPr>
        <p:spPr>
          <a:xfrm>
            <a:off x="371475" y="1376363"/>
            <a:ext cx="7985125" cy="1849437"/>
          </a:xfrm>
        </p:spPr>
        <p:txBody>
          <a:bodyPr anchor="b">
            <a:normAutofit/>
          </a:bodyPr>
          <a:lstStyle>
            <a:lvl1pPr marL="0" indent="0" algn="l">
              <a:buNone/>
              <a:defRPr sz="5400" b="1">
                <a:solidFill>
                  <a:schemeClr val="accent3"/>
                </a:solidFill>
                <a:latin typeface="+mj-lt"/>
              </a:defRPr>
            </a:lvl1pPr>
          </a:lstStyle>
          <a:p>
            <a:pPr lvl="0"/>
            <a:r>
              <a:rPr lang="en-US" dirty="0"/>
              <a:t>d</a:t>
            </a:r>
            <a:r>
              <a:rPr lang="en-US" dirty="0" smtClean="0"/>
              <a:t>ivider </a:t>
            </a:r>
            <a:r>
              <a:rPr lang="en-US" dirty="0"/>
              <a:t>slide</a:t>
            </a:r>
          </a:p>
        </p:txBody>
      </p:sp>
      <p:sp>
        <p:nvSpPr>
          <p:cNvPr id="3"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p:txBody>
          <a:bodyPr/>
          <a:lstStyle>
            <a:lvl1pPr>
              <a:defRPr>
                <a:solidFill>
                  <a:schemeClr val="tx2"/>
                </a:solidFill>
              </a:defRPr>
            </a:lvl1p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14" name="Text Placeholder 14">
            <a:extLst>
              <a:ext uri="{FF2B5EF4-FFF2-40B4-BE49-F238E27FC236}">
                <a16:creationId xmlns:a16="http://schemas.microsoft.com/office/drawing/2014/main" xmlns="" id="{F83F6AC7-331D-4A6A-9706-B0AE45CBCF7B}"/>
              </a:ext>
            </a:extLst>
          </p:cNvPr>
          <p:cNvSpPr>
            <a:spLocks noGrp="1"/>
          </p:cNvSpPr>
          <p:nvPr>
            <p:ph type="body" sz="quarter" idx="13" hasCustomPrompt="1"/>
          </p:nvPr>
        </p:nvSpPr>
        <p:spPr>
          <a:xfrm>
            <a:off x="371475" y="3526826"/>
            <a:ext cx="7985125" cy="1332511"/>
          </a:xfrm>
        </p:spPr>
        <p:txBody>
          <a:bodyPr>
            <a:normAutofit/>
          </a:bodyPr>
          <a:lstStyle>
            <a:lvl1pPr marL="0" indent="0">
              <a:buNone/>
              <a:defRPr sz="2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Add </a:t>
            </a:r>
            <a:r>
              <a:rPr lang="en-US" dirty="0"/>
              <a:t>your text here</a:t>
            </a:r>
            <a:endParaRPr lang="en-IN" dirty="0"/>
          </a:p>
        </p:txBody>
      </p:sp>
      <p:pic>
        <p:nvPicPr>
          <p:cNvPr id="2" name="Graphic 1">
            <a:extLst>
              <a:ext uri="{FF2B5EF4-FFF2-40B4-BE49-F238E27FC236}">
                <a16:creationId xmlns:a16="http://schemas.microsoft.com/office/drawing/2014/main" xmlns="" id="{82A49BD2-9275-4F60-9BF5-7DE779CB6232}"/>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0549482" y="5459008"/>
            <a:ext cx="1234531" cy="994180"/>
          </a:xfrm>
          <a:prstGeom prst="rect">
            <a:avLst/>
          </a:prstGeom>
        </p:spPr>
      </p:pic>
      <p:sp>
        <p:nvSpPr>
          <p:cNvPr id="5" name="flSlideMaster.Divider Slide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32053885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0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A6F1A5EB-66FB-4E72-9820-DCC7810BD940}"/>
              </a:ext>
            </a:extLst>
          </p:cNvPr>
          <p:cNvSpPr/>
          <p:nvPr userDrawn="1"/>
        </p:nvSpPr>
        <p:spPr>
          <a:xfrm>
            <a:off x="0" y="0"/>
            <a:ext cx="12192000"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pic>
        <p:nvPicPr>
          <p:cNvPr id="2" name="Graphic 1">
            <a:extLst>
              <a:ext uri="{FF2B5EF4-FFF2-40B4-BE49-F238E27FC236}">
                <a16:creationId xmlns:a16="http://schemas.microsoft.com/office/drawing/2014/main" xmlns="" id="{07F4D272-D915-4C06-AC69-1D5A66C0EAF9}"/>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2866" t="11632" r="18761" b="8518"/>
          <a:stretch/>
        </p:blipFill>
        <p:spPr>
          <a:xfrm>
            <a:off x="4828017" y="0"/>
            <a:ext cx="7363983" cy="6858000"/>
          </a:xfrm>
          <a:prstGeom prst="rect">
            <a:avLst/>
          </a:prstGeom>
        </p:spPr>
      </p:pic>
      <p:sp>
        <p:nvSpPr>
          <p:cNvPr id="32" name="Text Placeholder 31">
            <a:extLst>
              <a:ext uri="{FF2B5EF4-FFF2-40B4-BE49-F238E27FC236}">
                <a16:creationId xmlns:a16="http://schemas.microsoft.com/office/drawing/2014/main" xmlns="" id="{FD4A84EE-FF4A-4142-9BBF-E30DFE8BFDAC}"/>
              </a:ext>
            </a:extLst>
          </p:cNvPr>
          <p:cNvSpPr>
            <a:spLocks noGrp="1"/>
          </p:cNvSpPr>
          <p:nvPr>
            <p:ph type="body" sz="quarter" idx="12" hasCustomPrompt="1"/>
          </p:nvPr>
        </p:nvSpPr>
        <p:spPr>
          <a:xfrm>
            <a:off x="371475" y="1376363"/>
            <a:ext cx="7985125" cy="1849437"/>
          </a:xfrm>
        </p:spPr>
        <p:txBody>
          <a:bodyPr anchor="b">
            <a:normAutofit/>
          </a:bodyPr>
          <a:lstStyle>
            <a:lvl1pPr marL="0" indent="0" algn="l">
              <a:buNone/>
              <a:defRPr sz="5400" b="1">
                <a:solidFill>
                  <a:schemeClr val="accent2"/>
                </a:solidFill>
                <a:latin typeface="+mj-lt"/>
              </a:defRPr>
            </a:lvl1pPr>
          </a:lstStyle>
          <a:p>
            <a:pPr lvl="0"/>
            <a:r>
              <a:rPr lang="en-US" dirty="0"/>
              <a:t>d</a:t>
            </a:r>
            <a:r>
              <a:rPr lang="en-US" dirty="0" smtClean="0"/>
              <a:t>ivider </a:t>
            </a:r>
            <a:r>
              <a:rPr lang="en-US" dirty="0"/>
              <a:t>slide</a:t>
            </a:r>
          </a:p>
        </p:txBody>
      </p:sp>
      <p:sp>
        <p:nvSpPr>
          <p:cNvPr id="3"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p:txBody>
          <a:bodyPr/>
          <a:lstStyle>
            <a:lvl1pPr>
              <a:defRPr>
                <a:solidFill>
                  <a:schemeClr val="bg1"/>
                </a:solidFill>
              </a:defRPr>
            </a:lvl1pPr>
          </a:lstStyle>
          <a:p>
            <a:r>
              <a:rPr lang="en-IN" dirty="0">
                <a:solidFill>
                  <a:srgbClr val="FFFFFF"/>
                </a:solidFill>
              </a:rPr>
              <a:t>Vodafone Idea Confidential</a:t>
            </a:r>
          </a:p>
        </p:txBody>
      </p:sp>
      <p:sp>
        <p:nvSpPr>
          <p:cNvPr id="4"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14" name="Text Placeholder 14">
            <a:extLst>
              <a:ext uri="{FF2B5EF4-FFF2-40B4-BE49-F238E27FC236}">
                <a16:creationId xmlns:a16="http://schemas.microsoft.com/office/drawing/2014/main" xmlns="" id="{F83F6AC7-331D-4A6A-9706-B0AE45CBCF7B}"/>
              </a:ext>
            </a:extLst>
          </p:cNvPr>
          <p:cNvSpPr>
            <a:spLocks noGrp="1"/>
          </p:cNvSpPr>
          <p:nvPr>
            <p:ph type="body" sz="quarter" idx="13" hasCustomPrompt="1"/>
          </p:nvPr>
        </p:nvSpPr>
        <p:spPr>
          <a:xfrm>
            <a:off x="371475" y="3526826"/>
            <a:ext cx="7985125" cy="1332511"/>
          </a:xfrm>
        </p:spPr>
        <p:txBody>
          <a:bodyPr>
            <a:normAutofit/>
          </a:bodyPr>
          <a:lstStyle>
            <a:lvl1pPr marL="0" indent="0">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Add </a:t>
            </a:r>
            <a:r>
              <a:rPr lang="en-US" dirty="0"/>
              <a:t>your text here</a:t>
            </a:r>
            <a:endParaRPr lang="en-IN" dirty="0"/>
          </a:p>
        </p:txBody>
      </p:sp>
      <p:pic>
        <p:nvPicPr>
          <p:cNvPr id="5" name="Graphic 4">
            <a:extLst>
              <a:ext uri="{FF2B5EF4-FFF2-40B4-BE49-F238E27FC236}">
                <a16:creationId xmlns:a16="http://schemas.microsoft.com/office/drawing/2014/main" xmlns="" id="{D7C4C528-3EC4-4445-A9F3-0BF87C55BE34}"/>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0800338" y="5661024"/>
            <a:ext cx="983675" cy="792163"/>
          </a:xfrm>
          <a:prstGeom prst="rect">
            <a:avLst/>
          </a:prstGeom>
        </p:spPr>
      </p:pic>
      <p:sp>
        <p:nvSpPr>
          <p:cNvPr id="7" name="flSlideMaster.Divider Slide 03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21698817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0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A6F1A5EB-66FB-4E72-9820-DCC7810BD940}"/>
              </a:ext>
            </a:extLst>
          </p:cNvPr>
          <p:cNvSpPr/>
          <p:nvPr userDrawn="1"/>
        </p:nvSpPr>
        <p:spPr>
          <a:xfrm>
            <a:off x="0" y="0"/>
            <a:ext cx="12192000" cy="6858000"/>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pic>
        <p:nvPicPr>
          <p:cNvPr id="2" name="Graphic 1">
            <a:extLst>
              <a:ext uri="{FF2B5EF4-FFF2-40B4-BE49-F238E27FC236}">
                <a16:creationId xmlns:a16="http://schemas.microsoft.com/office/drawing/2014/main" xmlns="" id="{07F4D272-D915-4C06-AC69-1D5A66C0EAF9}"/>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32866" t="11632" r="18761" b="8518"/>
          <a:stretch/>
        </p:blipFill>
        <p:spPr>
          <a:xfrm>
            <a:off x="4828017" y="0"/>
            <a:ext cx="7363983" cy="6858000"/>
          </a:xfrm>
          <a:prstGeom prst="rect">
            <a:avLst/>
          </a:prstGeom>
        </p:spPr>
      </p:pic>
      <p:sp>
        <p:nvSpPr>
          <p:cNvPr id="32" name="Text Placeholder 31">
            <a:extLst>
              <a:ext uri="{FF2B5EF4-FFF2-40B4-BE49-F238E27FC236}">
                <a16:creationId xmlns:a16="http://schemas.microsoft.com/office/drawing/2014/main" xmlns="" id="{FD4A84EE-FF4A-4142-9BBF-E30DFE8BFDAC}"/>
              </a:ext>
            </a:extLst>
          </p:cNvPr>
          <p:cNvSpPr>
            <a:spLocks noGrp="1"/>
          </p:cNvSpPr>
          <p:nvPr>
            <p:ph type="body" sz="quarter" idx="12" hasCustomPrompt="1"/>
          </p:nvPr>
        </p:nvSpPr>
        <p:spPr>
          <a:xfrm>
            <a:off x="371475" y="1376363"/>
            <a:ext cx="7985125" cy="1849437"/>
          </a:xfrm>
        </p:spPr>
        <p:txBody>
          <a:bodyPr anchor="b">
            <a:normAutofit/>
          </a:bodyPr>
          <a:lstStyle>
            <a:lvl1pPr marL="0" indent="0" algn="l">
              <a:buNone/>
              <a:defRPr sz="5400" b="1">
                <a:solidFill>
                  <a:schemeClr val="tx2"/>
                </a:solidFill>
                <a:latin typeface="+mj-lt"/>
              </a:defRPr>
            </a:lvl1pPr>
          </a:lstStyle>
          <a:p>
            <a:pPr lvl="0"/>
            <a:r>
              <a:rPr lang="en-US" dirty="0"/>
              <a:t>d</a:t>
            </a:r>
            <a:r>
              <a:rPr lang="en-US" dirty="0" smtClean="0"/>
              <a:t>ivider </a:t>
            </a:r>
            <a:r>
              <a:rPr lang="en-US" dirty="0"/>
              <a:t>slide</a:t>
            </a:r>
          </a:p>
        </p:txBody>
      </p:sp>
      <p:sp>
        <p:nvSpPr>
          <p:cNvPr id="3"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p:txBody>
          <a:bodyPr/>
          <a:lstStyle>
            <a:lvl1pPr>
              <a:defRPr>
                <a:solidFill>
                  <a:schemeClr val="tx2"/>
                </a:solidFill>
              </a:defRPr>
            </a:lvl1p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14" name="Text Placeholder 14">
            <a:extLst>
              <a:ext uri="{FF2B5EF4-FFF2-40B4-BE49-F238E27FC236}">
                <a16:creationId xmlns:a16="http://schemas.microsoft.com/office/drawing/2014/main" xmlns="" id="{F83F6AC7-331D-4A6A-9706-B0AE45CBCF7B}"/>
              </a:ext>
            </a:extLst>
          </p:cNvPr>
          <p:cNvSpPr>
            <a:spLocks noGrp="1"/>
          </p:cNvSpPr>
          <p:nvPr>
            <p:ph type="body" sz="quarter" idx="13" hasCustomPrompt="1"/>
          </p:nvPr>
        </p:nvSpPr>
        <p:spPr>
          <a:xfrm>
            <a:off x="371475" y="3526826"/>
            <a:ext cx="7985125" cy="1332511"/>
          </a:xfrm>
        </p:spPr>
        <p:txBody>
          <a:bodyPr>
            <a:normAutofit/>
          </a:bodyPr>
          <a:lstStyle>
            <a:lvl1pPr marL="0" indent="0">
              <a:buNone/>
              <a:defRPr sz="24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a:t>
            </a:r>
            <a:r>
              <a:rPr lang="en-US" dirty="0" smtClean="0"/>
              <a:t>dd </a:t>
            </a:r>
            <a:r>
              <a:rPr lang="en-US" dirty="0"/>
              <a:t>your text here</a:t>
            </a:r>
            <a:endParaRPr lang="en-IN" dirty="0"/>
          </a:p>
        </p:txBody>
      </p:sp>
      <p:pic>
        <p:nvPicPr>
          <p:cNvPr id="5" name="Graphic 4">
            <a:extLst>
              <a:ext uri="{FF2B5EF4-FFF2-40B4-BE49-F238E27FC236}">
                <a16:creationId xmlns:a16="http://schemas.microsoft.com/office/drawing/2014/main" xmlns="" id="{441C4331-1122-49F7-AE04-75DAD9DB764E}"/>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10800338" y="5661025"/>
            <a:ext cx="983675" cy="792163"/>
          </a:xfrm>
          <a:prstGeom prst="rect">
            <a:avLst/>
          </a:prstGeom>
        </p:spPr>
      </p:pic>
      <p:sp>
        <p:nvSpPr>
          <p:cNvPr id="7" name="flSlideMaster.Divider Slide 04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95327801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normAutofit/>
          </a:bodyPr>
          <a:lstStyle>
            <a:lvl1pPr>
              <a:defRPr sz="3200"/>
            </a:lvl1pPr>
          </a:lstStyle>
          <a:p>
            <a:r>
              <a:rPr lang="en-US" dirty="0"/>
              <a:t>t</a:t>
            </a:r>
            <a:r>
              <a:rPr lang="en-US" dirty="0" smtClean="0"/>
              <a:t>itle</a:t>
            </a:r>
            <a:endParaRPr lang="en-IN" dirty="0"/>
          </a:p>
        </p:txBody>
      </p:sp>
      <p:sp>
        <p:nvSpPr>
          <p:cNvPr id="3" name="Content Placeholder 2"/>
          <p:cNvSpPr>
            <a:spLocks noGrp="1"/>
          </p:cNvSpPr>
          <p:nvPr>
            <p:ph idx="1" hasCustomPrompt="1"/>
          </p:nvPr>
        </p:nvSpPr>
        <p:spPr>
          <a:xfrm>
            <a:off x="371475" y="1376364"/>
            <a:ext cx="11412538" cy="4284662"/>
          </a:xfrm>
        </p:spPr>
        <p:txBody>
          <a:bodyPr>
            <a:normAutofit/>
          </a:bodyPr>
          <a:lstStyle>
            <a:lvl1pPr>
              <a:spcBef>
                <a:spcPts val="600"/>
              </a:spcBef>
              <a:buClr>
                <a:schemeClr val="accent1"/>
              </a:buClr>
              <a:buSzPct val="100000"/>
              <a:defRPr sz="2000">
                <a:solidFill>
                  <a:schemeClr val="tx2"/>
                </a:solidFill>
              </a:defRPr>
            </a:lvl1pPr>
            <a:lvl2pPr>
              <a:spcBef>
                <a:spcPts val="600"/>
              </a:spcBef>
              <a:buClr>
                <a:schemeClr val="accent1"/>
              </a:buClr>
              <a:buSzPct val="100000"/>
              <a:defRPr sz="1800">
                <a:solidFill>
                  <a:schemeClr val="tx2"/>
                </a:solidFill>
              </a:defRPr>
            </a:lvl2pPr>
            <a:lvl3pPr>
              <a:spcBef>
                <a:spcPts val="600"/>
              </a:spcBef>
              <a:buClr>
                <a:schemeClr val="accent1"/>
              </a:buClr>
              <a:buSzPct val="100000"/>
              <a:defRPr sz="1600">
                <a:solidFill>
                  <a:schemeClr val="tx2"/>
                </a:solidFill>
              </a:defRPr>
            </a:lvl3pPr>
            <a:lvl4pPr>
              <a:spcBef>
                <a:spcPts val="600"/>
              </a:spcBef>
              <a:buClr>
                <a:schemeClr val="accent1"/>
              </a:buClr>
              <a:buSzPct val="100000"/>
              <a:defRPr sz="1100">
                <a:solidFill>
                  <a:schemeClr val="tx2"/>
                </a:solidFill>
              </a:defRPr>
            </a:lvl4pPr>
            <a:lvl5pPr>
              <a:spcBef>
                <a:spcPts val="600"/>
              </a:spcBef>
              <a:buClr>
                <a:schemeClr val="accent1"/>
              </a:buClr>
              <a:buSzPct val="100000"/>
              <a:defRPr sz="10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5" name="Footer Placeholder 4"/>
          <p:cNvSpPr>
            <a:spLocks noGrp="1"/>
          </p:cNvSpPr>
          <p:nvPr>
            <p:ph type="ftr" sz="quarter" idx="11"/>
          </p:nvPr>
        </p:nvSpPr>
        <p:spPr/>
        <p:txBody>
          <a:bodyPr/>
          <a:lstStyle/>
          <a:p>
            <a:r>
              <a:rPr lang="en-IN" dirty="0">
                <a:solidFill>
                  <a:srgbClr val="2F3043"/>
                </a:solidFill>
              </a:rPr>
              <a:t>Vodafone Idea Confidential</a:t>
            </a:r>
          </a:p>
        </p:txBody>
      </p:sp>
      <p:sp>
        <p:nvSpPr>
          <p:cNvPr id="6" name="Slide Number Placeholder 5"/>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4" name="flSlideMaster.Title and Content 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2319582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with multiple hea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idx="1" hasCustomPrompt="1"/>
          </p:nvPr>
        </p:nvSpPr>
        <p:spPr>
          <a:xfrm>
            <a:off x="371476" y="2343367"/>
            <a:ext cx="11412538" cy="3317658"/>
          </a:xfrm>
        </p:spPr>
        <p:txBody>
          <a:bodyPr/>
          <a:lstStyle>
            <a:lvl1pPr>
              <a:buClr>
                <a:schemeClr val="accent1"/>
              </a:buClr>
              <a:buSzPct val="80000"/>
              <a:defRPr sz="1400">
                <a:solidFill>
                  <a:schemeClr val="tx2"/>
                </a:solidFill>
              </a:defRPr>
            </a:lvl1pPr>
            <a:lvl2pPr>
              <a:buClr>
                <a:schemeClr val="accent1"/>
              </a:buClr>
              <a:buSzPct val="80000"/>
              <a:defRPr sz="1200">
                <a:solidFill>
                  <a:schemeClr val="tx2"/>
                </a:solidFill>
              </a:defRPr>
            </a:lvl2pPr>
            <a:lvl3pPr>
              <a:buClr>
                <a:schemeClr val="accent1"/>
              </a:buClr>
              <a:buSzPct val="80000"/>
              <a:defRPr sz="1100">
                <a:solidFill>
                  <a:schemeClr val="tx2"/>
                </a:solidFill>
              </a:defRPr>
            </a:lvl3pPr>
            <a:lvl4pPr>
              <a:buClr>
                <a:schemeClr val="accent1"/>
              </a:buClr>
              <a:buSzPct val="80000"/>
              <a:defRPr sz="1100">
                <a:solidFill>
                  <a:schemeClr val="tx2"/>
                </a:solidFill>
              </a:defRPr>
            </a:lvl4pPr>
            <a:lvl5pPr>
              <a:buClr>
                <a:schemeClr val="accent1"/>
              </a:buClr>
              <a:buSzPct val="80000"/>
              <a:defRPr sz="10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5" name="Footer Placeholder 4"/>
          <p:cNvSpPr>
            <a:spLocks noGrp="1"/>
          </p:cNvSpPr>
          <p:nvPr>
            <p:ph type="ftr" sz="quarter" idx="11"/>
          </p:nvPr>
        </p:nvSpPr>
        <p:spPr/>
        <p:txBody>
          <a:bodyPr/>
          <a:lstStyle/>
          <a:p>
            <a:r>
              <a:rPr lang="en-IN" dirty="0">
                <a:solidFill>
                  <a:srgbClr val="2F3043"/>
                </a:solidFill>
              </a:rPr>
              <a:t>Vodafone Idea Confidential</a:t>
            </a:r>
          </a:p>
        </p:txBody>
      </p:sp>
      <p:sp>
        <p:nvSpPr>
          <p:cNvPr id="6" name="Slide Number Placeholder 5"/>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8" name="Text Placeholder 7">
            <a:extLst>
              <a:ext uri="{FF2B5EF4-FFF2-40B4-BE49-F238E27FC236}">
                <a16:creationId xmlns:a16="http://schemas.microsoft.com/office/drawing/2014/main" xmlns="" id="{20EEC7BF-3A77-44B3-843D-BB8C5C0BD32C}"/>
              </a:ext>
            </a:extLst>
          </p:cNvPr>
          <p:cNvSpPr>
            <a:spLocks noGrp="1"/>
          </p:cNvSpPr>
          <p:nvPr>
            <p:ph type="body" sz="quarter" idx="14" hasCustomPrompt="1"/>
          </p:nvPr>
        </p:nvSpPr>
        <p:spPr>
          <a:xfrm>
            <a:off x="371475" y="1196975"/>
            <a:ext cx="11412538" cy="365125"/>
          </a:xfrm>
        </p:spPr>
        <p:txBody>
          <a:bodyPr anchor="ctr">
            <a:noAutofit/>
          </a:bodyPr>
          <a:lstStyle>
            <a:lvl1pPr marL="0" indent="0">
              <a:buNone/>
              <a:defRPr sz="2000" b="1">
                <a:solidFill>
                  <a:schemeClr val="tx2"/>
                </a:solidFill>
              </a:defRPr>
            </a:lvl1pPr>
          </a:lstStyle>
          <a:p>
            <a:pPr lvl="0"/>
            <a:r>
              <a:rPr lang="en-IN" dirty="0"/>
              <a:t>s</a:t>
            </a:r>
            <a:r>
              <a:rPr lang="en-IN" dirty="0" smtClean="0"/>
              <a:t>ubtitle</a:t>
            </a:r>
            <a:endParaRPr lang="en-IN" dirty="0"/>
          </a:p>
        </p:txBody>
      </p:sp>
      <p:cxnSp>
        <p:nvCxnSpPr>
          <p:cNvPr id="9" name="Straight Connector 8">
            <a:extLst>
              <a:ext uri="{FF2B5EF4-FFF2-40B4-BE49-F238E27FC236}">
                <a16:creationId xmlns:a16="http://schemas.microsoft.com/office/drawing/2014/main" xmlns="" id="{95C54E7F-652D-4C01-BDC0-A8A69B126B2A}"/>
              </a:ext>
            </a:extLst>
          </p:cNvPr>
          <p:cNvCxnSpPr>
            <a:cxnSpLocks/>
          </p:cNvCxnSpPr>
          <p:nvPr userDrawn="1"/>
        </p:nvCxnSpPr>
        <p:spPr>
          <a:xfrm>
            <a:off x="371475" y="1678095"/>
            <a:ext cx="1141253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xmlns="" id="{F3964D0E-0FB1-4F63-A9A4-24866CABB6FC}"/>
              </a:ext>
            </a:extLst>
          </p:cNvPr>
          <p:cNvSpPr>
            <a:spLocks noGrp="1"/>
          </p:cNvSpPr>
          <p:nvPr>
            <p:ph type="body" sz="quarter" idx="15" hasCustomPrompt="1"/>
          </p:nvPr>
        </p:nvSpPr>
        <p:spPr>
          <a:xfrm>
            <a:off x="371475" y="1828169"/>
            <a:ext cx="11412538" cy="365125"/>
          </a:xfrm>
        </p:spPr>
        <p:txBody>
          <a:bodyPr anchor="ctr">
            <a:noAutofit/>
          </a:bodyPr>
          <a:lstStyle>
            <a:lvl1pPr marL="0" indent="0">
              <a:buNone/>
              <a:defRPr sz="1600">
                <a:solidFill>
                  <a:schemeClr val="tx2"/>
                </a:solidFill>
              </a:defRPr>
            </a:lvl1pPr>
          </a:lstStyle>
          <a:p>
            <a:pPr lvl="0"/>
            <a:r>
              <a:rPr lang="en-US" dirty="0" smtClean="0"/>
              <a:t>click </a:t>
            </a:r>
            <a:r>
              <a:rPr lang="en-US" dirty="0"/>
              <a:t>to edit </a:t>
            </a:r>
            <a:r>
              <a:rPr lang="en-US" dirty="0" smtClean="0"/>
              <a:t>master </a:t>
            </a:r>
            <a:r>
              <a:rPr lang="en-US" dirty="0"/>
              <a:t>text styles</a:t>
            </a:r>
          </a:p>
        </p:txBody>
      </p:sp>
      <p:sp>
        <p:nvSpPr>
          <p:cNvPr id="4" name="flSlideMaster.Title Content with multiple headers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20823657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ly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4" name="Footer Placeholder 3"/>
          <p:cNvSpPr>
            <a:spLocks noGrp="1"/>
          </p:cNvSpPr>
          <p:nvPr>
            <p:ph type="ftr" sz="quarter" idx="11"/>
          </p:nvPr>
        </p:nvSpPr>
        <p:spPr/>
        <p:txBody>
          <a:bodyPr/>
          <a:lstStyle/>
          <a:p>
            <a:r>
              <a:rPr lang="en-IN" dirty="0">
                <a:solidFill>
                  <a:srgbClr val="2F3043"/>
                </a:solidFill>
              </a:rPr>
              <a:t>Vodafone Idea Confidential</a:t>
            </a:r>
          </a:p>
        </p:txBody>
      </p:sp>
      <p:sp>
        <p:nvSpPr>
          <p:cNvPr id="5" name="Slide Number Placeholder 4"/>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7" name="Text Placeholder 7">
            <a:extLst>
              <a:ext uri="{FF2B5EF4-FFF2-40B4-BE49-F238E27FC236}">
                <a16:creationId xmlns:a16="http://schemas.microsoft.com/office/drawing/2014/main" xmlns="" id="{4E432990-150A-4D54-AC7A-F5AD4D083C74}"/>
              </a:ext>
            </a:extLst>
          </p:cNvPr>
          <p:cNvSpPr>
            <a:spLocks noGrp="1"/>
          </p:cNvSpPr>
          <p:nvPr>
            <p:ph type="body" sz="quarter" idx="14" hasCustomPrompt="1"/>
          </p:nvPr>
        </p:nvSpPr>
        <p:spPr>
          <a:xfrm>
            <a:off x="371475" y="1196975"/>
            <a:ext cx="11412538" cy="365125"/>
          </a:xfrm>
        </p:spPr>
        <p:txBody>
          <a:bodyPr anchor="ctr">
            <a:noAutofit/>
          </a:bodyPr>
          <a:lstStyle>
            <a:lvl1pPr marL="0" indent="0">
              <a:buNone/>
              <a:defRPr sz="2000" b="1">
                <a:solidFill>
                  <a:schemeClr val="tx2"/>
                </a:solidFill>
              </a:defRPr>
            </a:lvl1pPr>
          </a:lstStyle>
          <a:p>
            <a:pPr lvl="0"/>
            <a:r>
              <a:rPr lang="en-IN" dirty="0" smtClean="0"/>
              <a:t>subtitle</a:t>
            </a:r>
            <a:endParaRPr lang="en-IN" dirty="0"/>
          </a:p>
        </p:txBody>
      </p:sp>
      <p:sp>
        <p:nvSpPr>
          <p:cNvPr id="3" name="flSlideMaster.Only Title slid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98261264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6148595"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idx="1" hasCustomPrompt="1"/>
          </p:nvPr>
        </p:nvSpPr>
        <p:spPr>
          <a:xfrm>
            <a:off x="371475" y="1376364"/>
            <a:ext cx="6148595" cy="4284662"/>
          </a:xfrm>
        </p:spPr>
        <p:txBody>
          <a:bodyPr>
            <a:normAutofit/>
          </a:bodyPr>
          <a:lstStyle>
            <a:lvl1pPr>
              <a:spcBef>
                <a:spcPts val="600"/>
              </a:spcBef>
              <a:buClr>
                <a:schemeClr val="accent1"/>
              </a:buClr>
              <a:buSzPct val="100000"/>
              <a:defRPr sz="2000">
                <a:solidFill>
                  <a:schemeClr val="tx2"/>
                </a:solidFill>
              </a:defRPr>
            </a:lvl1pPr>
            <a:lvl2pPr>
              <a:spcBef>
                <a:spcPts val="600"/>
              </a:spcBef>
              <a:buClr>
                <a:schemeClr val="accent1"/>
              </a:buClr>
              <a:buSzPct val="100000"/>
              <a:defRPr sz="1800">
                <a:solidFill>
                  <a:schemeClr val="tx2"/>
                </a:solidFill>
              </a:defRPr>
            </a:lvl2pPr>
            <a:lvl3pPr>
              <a:spcBef>
                <a:spcPts val="600"/>
              </a:spcBef>
              <a:buClr>
                <a:schemeClr val="accent1"/>
              </a:buClr>
              <a:buSzPct val="100000"/>
              <a:defRPr sz="1600">
                <a:solidFill>
                  <a:schemeClr val="tx2"/>
                </a:solidFill>
              </a:defRPr>
            </a:lvl3pPr>
            <a:lvl4pPr>
              <a:spcBef>
                <a:spcPts val="600"/>
              </a:spcBef>
              <a:buClr>
                <a:schemeClr val="accent1"/>
              </a:buClr>
              <a:buSzPct val="100000"/>
              <a:defRPr sz="1100">
                <a:solidFill>
                  <a:schemeClr val="tx2"/>
                </a:solidFill>
              </a:defRPr>
            </a:lvl4pPr>
            <a:lvl5pPr>
              <a:spcBef>
                <a:spcPts val="600"/>
              </a:spcBef>
              <a:buClr>
                <a:schemeClr val="accent1"/>
              </a:buClr>
              <a:buSzPct val="100000"/>
              <a:defRPr sz="10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smtClean="0"/>
              <a:t>fifth </a:t>
            </a:r>
            <a:r>
              <a:rPr lang="en-US" dirty="0"/>
              <a:t>level</a:t>
            </a:r>
            <a:endParaRPr lang="en-IN" dirty="0"/>
          </a:p>
        </p:txBody>
      </p:sp>
      <p:sp>
        <p:nvSpPr>
          <p:cNvPr id="5" name="Footer Placeholder 4"/>
          <p:cNvSpPr>
            <a:spLocks noGrp="1"/>
          </p:cNvSpPr>
          <p:nvPr>
            <p:ph type="ftr" sz="quarter" idx="11"/>
          </p:nvPr>
        </p:nvSpPr>
        <p:spPr/>
        <p:txBody>
          <a:bodyPr/>
          <a:lstStyle/>
          <a:p>
            <a:r>
              <a:rPr lang="en-IN" dirty="0">
                <a:solidFill>
                  <a:srgbClr val="2F3043"/>
                </a:solidFill>
              </a:rPr>
              <a:t>Vodafone Idea Confidential</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AC1CC88B-8153-4770-B0DF-840C5C37FBC3}" type="slidenum">
              <a:rPr lang="en-IN" smtClean="0">
                <a:solidFill>
                  <a:srgbClr val="2F3043"/>
                </a:solidFill>
              </a:rPr>
              <a:pPr/>
              <a:t>‹#›</a:t>
            </a:fld>
            <a:endParaRPr lang="en-IN" dirty="0">
              <a:solidFill>
                <a:srgbClr val="2F3043"/>
              </a:solidFill>
            </a:endParaRPr>
          </a:p>
        </p:txBody>
      </p:sp>
      <p:sp>
        <p:nvSpPr>
          <p:cNvPr id="12" name="Picture Placeholder 11">
            <a:extLst>
              <a:ext uri="{FF2B5EF4-FFF2-40B4-BE49-F238E27FC236}">
                <a16:creationId xmlns:a16="http://schemas.microsoft.com/office/drawing/2014/main" xmlns="" id="{60FF5C32-8789-45B0-B898-76781F966906}"/>
              </a:ext>
            </a:extLst>
          </p:cNvPr>
          <p:cNvSpPr>
            <a:spLocks noGrp="1"/>
          </p:cNvSpPr>
          <p:nvPr>
            <p:ph type="pic" sz="quarter" idx="13"/>
          </p:nvPr>
        </p:nvSpPr>
        <p:spPr>
          <a:xfrm>
            <a:off x="6848475" y="0"/>
            <a:ext cx="5343525" cy="6858000"/>
          </a:xfrm>
          <a:solidFill>
            <a:schemeClr val="bg1">
              <a:lumMod val="95000"/>
            </a:schemeClr>
          </a:solidFill>
        </p:spPr>
        <p:txBody>
          <a:bodyPr/>
          <a:lstStyle/>
          <a:p>
            <a:endParaRPr lang="en-IN" dirty="0"/>
          </a:p>
        </p:txBody>
      </p:sp>
      <p:pic>
        <p:nvPicPr>
          <p:cNvPr id="8" name="Graphic 3">
            <a:extLst>
              <a:ext uri="{FF2B5EF4-FFF2-40B4-BE49-F238E27FC236}">
                <a16:creationId xmlns:a16="http://schemas.microsoft.com/office/drawing/2014/main" xmlns="" id="{E3699CE7-D0ED-4F3D-BB07-9CF6A6BC2AF4}"/>
              </a:ext>
            </a:extLst>
          </p:cNvPr>
          <p:cNvPicPr>
            <a:picLocks noChangeAspect="1"/>
          </p:cNvPicPr>
          <p:nvPr userDrawn="1"/>
        </p:nvPicPr>
        <p:blipFill>
          <a:blip r:embed="rId2">
            <a:extLst>
              <a:ext uri="{96DAC541-7B7A-43D3-8B79-37D633B846F1}">
                <asvg:svgBlip xmlns:asvg="http://schemas.microsoft.com/office/drawing/2016/SVG/main" xmlns="" r:embed="rId52"/>
              </a:ext>
            </a:extLst>
          </a:blip>
          <a:stretch>
            <a:fillRect/>
          </a:stretch>
        </p:blipFill>
        <p:spPr>
          <a:xfrm>
            <a:off x="11122158" y="5920190"/>
            <a:ext cx="661855" cy="532998"/>
          </a:xfrm>
          <a:prstGeom prst="rect">
            <a:avLst/>
          </a:prstGeom>
        </p:spPr>
      </p:pic>
      <p:sp>
        <p:nvSpPr>
          <p:cNvPr id="4" name="flSlideMaster.Title Content with Pictur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67486622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with Picture Collage">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xmlns="" id="{BE89A9EA-3A20-408F-A185-762C8930E00E}"/>
              </a:ext>
            </a:extLst>
          </p:cNvPr>
          <p:cNvSpPr>
            <a:spLocks noGrp="1"/>
          </p:cNvSpPr>
          <p:nvPr>
            <p:ph type="pic" sz="quarter" idx="14"/>
          </p:nvPr>
        </p:nvSpPr>
        <p:spPr>
          <a:xfrm>
            <a:off x="6848474" y="3276600"/>
            <a:ext cx="2643395" cy="3581400"/>
          </a:xfrm>
          <a:solidFill>
            <a:schemeClr val="bg1">
              <a:lumMod val="95000"/>
            </a:schemeClr>
          </a:solidFill>
        </p:spPr>
        <p:txBody>
          <a:bodyPr/>
          <a:lstStyle/>
          <a:p>
            <a:endParaRPr lang="en-IN" dirty="0"/>
          </a:p>
        </p:txBody>
      </p:sp>
      <p:sp>
        <p:nvSpPr>
          <p:cNvPr id="8" name="Picture Placeholder 11">
            <a:extLst>
              <a:ext uri="{FF2B5EF4-FFF2-40B4-BE49-F238E27FC236}">
                <a16:creationId xmlns:a16="http://schemas.microsoft.com/office/drawing/2014/main" xmlns="" id="{505464E7-0736-4C11-A3D7-0A6E4D32F34A}"/>
              </a:ext>
            </a:extLst>
          </p:cNvPr>
          <p:cNvSpPr>
            <a:spLocks noGrp="1"/>
          </p:cNvSpPr>
          <p:nvPr>
            <p:ph type="pic" sz="quarter" idx="15"/>
          </p:nvPr>
        </p:nvSpPr>
        <p:spPr>
          <a:xfrm>
            <a:off x="9549600" y="3276600"/>
            <a:ext cx="2642400" cy="3581400"/>
          </a:xfrm>
          <a:solidFill>
            <a:schemeClr val="bg1">
              <a:lumMod val="95000"/>
            </a:schemeClr>
          </a:solidFill>
        </p:spPr>
        <p:txBody>
          <a:bodyPr/>
          <a:lstStyle/>
          <a:p>
            <a:endParaRPr lang="en-IN" dirty="0"/>
          </a:p>
        </p:txBody>
      </p:sp>
      <p:sp>
        <p:nvSpPr>
          <p:cNvPr id="2" name="Title 1"/>
          <p:cNvSpPr>
            <a:spLocks noGrp="1"/>
          </p:cNvSpPr>
          <p:nvPr>
            <p:ph type="title" hasCustomPrompt="1"/>
          </p:nvPr>
        </p:nvSpPr>
        <p:spPr>
          <a:xfrm>
            <a:off x="371475" y="379413"/>
            <a:ext cx="6148595"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idx="1" hasCustomPrompt="1"/>
          </p:nvPr>
        </p:nvSpPr>
        <p:spPr>
          <a:xfrm>
            <a:off x="371475" y="1376364"/>
            <a:ext cx="6148595" cy="4284662"/>
          </a:xfrm>
        </p:spPr>
        <p:txBody>
          <a:bodyPr>
            <a:normAutofit/>
          </a:bodyPr>
          <a:lstStyle>
            <a:lvl1pPr>
              <a:spcBef>
                <a:spcPts val="600"/>
              </a:spcBef>
              <a:buClr>
                <a:schemeClr val="accent1"/>
              </a:buClr>
              <a:buSzPct val="100000"/>
              <a:defRPr sz="2000">
                <a:solidFill>
                  <a:schemeClr val="tx2"/>
                </a:solidFill>
              </a:defRPr>
            </a:lvl1pPr>
            <a:lvl2pPr>
              <a:spcBef>
                <a:spcPts val="600"/>
              </a:spcBef>
              <a:buClr>
                <a:schemeClr val="accent1"/>
              </a:buClr>
              <a:buSzPct val="100000"/>
              <a:defRPr sz="1800">
                <a:solidFill>
                  <a:schemeClr val="tx2"/>
                </a:solidFill>
              </a:defRPr>
            </a:lvl2pPr>
            <a:lvl3pPr>
              <a:spcBef>
                <a:spcPts val="600"/>
              </a:spcBef>
              <a:buClr>
                <a:schemeClr val="accent1"/>
              </a:buClr>
              <a:buSzPct val="100000"/>
              <a:defRPr sz="1600">
                <a:solidFill>
                  <a:schemeClr val="tx2"/>
                </a:solidFill>
              </a:defRPr>
            </a:lvl3pPr>
            <a:lvl4pPr>
              <a:spcBef>
                <a:spcPts val="600"/>
              </a:spcBef>
              <a:buClr>
                <a:schemeClr val="accent1"/>
              </a:buClr>
              <a:buSzPct val="100000"/>
              <a:defRPr sz="1100">
                <a:solidFill>
                  <a:schemeClr val="tx2"/>
                </a:solidFill>
              </a:defRPr>
            </a:lvl4pPr>
            <a:lvl5pPr>
              <a:spcBef>
                <a:spcPts val="600"/>
              </a:spcBef>
              <a:buClr>
                <a:schemeClr val="accent1"/>
              </a:buClr>
              <a:buSzPct val="100000"/>
              <a:defRPr sz="10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5" name="Footer Placeholder 4"/>
          <p:cNvSpPr>
            <a:spLocks noGrp="1"/>
          </p:cNvSpPr>
          <p:nvPr>
            <p:ph type="ftr" sz="quarter" idx="11"/>
          </p:nvPr>
        </p:nvSpPr>
        <p:spPr/>
        <p:txBody>
          <a:bodyPr/>
          <a:lstStyle/>
          <a:p>
            <a:r>
              <a:rPr lang="en-IN" dirty="0">
                <a:solidFill>
                  <a:srgbClr val="2F3043"/>
                </a:solidFill>
              </a:rPr>
              <a:t>Vodafone Idea Confidential</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AC1CC88B-8153-4770-B0DF-840C5C37FBC3}" type="slidenum">
              <a:rPr lang="en-IN" smtClean="0">
                <a:solidFill>
                  <a:srgbClr val="2F3043"/>
                </a:solidFill>
              </a:rPr>
              <a:pPr/>
              <a:t>‹#›</a:t>
            </a:fld>
            <a:endParaRPr lang="en-IN" dirty="0">
              <a:solidFill>
                <a:srgbClr val="2F3043"/>
              </a:solidFill>
            </a:endParaRPr>
          </a:p>
        </p:txBody>
      </p:sp>
      <p:sp>
        <p:nvSpPr>
          <p:cNvPr id="12" name="Picture Placeholder 11">
            <a:extLst>
              <a:ext uri="{FF2B5EF4-FFF2-40B4-BE49-F238E27FC236}">
                <a16:creationId xmlns:a16="http://schemas.microsoft.com/office/drawing/2014/main" xmlns="" id="{60FF5C32-8789-45B0-B898-76781F966906}"/>
              </a:ext>
            </a:extLst>
          </p:cNvPr>
          <p:cNvSpPr>
            <a:spLocks noGrp="1"/>
          </p:cNvSpPr>
          <p:nvPr>
            <p:ph type="pic" sz="quarter" idx="13"/>
          </p:nvPr>
        </p:nvSpPr>
        <p:spPr>
          <a:xfrm>
            <a:off x="6848475" y="-1"/>
            <a:ext cx="5343525" cy="3230033"/>
          </a:xfrm>
          <a:solidFill>
            <a:schemeClr val="bg1">
              <a:lumMod val="95000"/>
            </a:schemeClr>
          </a:solidFill>
        </p:spPr>
        <p:txBody>
          <a:bodyPr/>
          <a:lstStyle/>
          <a:p>
            <a:endParaRPr lang="en-IN" dirty="0"/>
          </a:p>
        </p:txBody>
      </p:sp>
      <p:pic>
        <p:nvPicPr>
          <p:cNvPr id="10" name="Graphic 3">
            <a:extLst>
              <a:ext uri="{FF2B5EF4-FFF2-40B4-BE49-F238E27FC236}">
                <a16:creationId xmlns:a16="http://schemas.microsoft.com/office/drawing/2014/main" xmlns="" id="{E3699CE7-D0ED-4F3D-BB07-9CF6A6BC2AF4}"/>
              </a:ext>
            </a:extLst>
          </p:cNvPr>
          <p:cNvPicPr>
            <a:picLocks noChangeAspect="1"/>
          </p:cNvPicPr>
          <p:nvPr userDrawn="1"/>
        </p:nvPicPr>
        <p:blipFill>
          <a:blip r:embed="rId2">
            <a:extLst>
              <a:ext uri="{96DAC541-7B7A-43D3-8B79-37D633B846F1}">
                <asvg:svgBlip xmlns:asvg="http://schemas.microsoft.com/office/drawing/2016/SVG/main" xmlns="" r:embed="rId52"/>
              </a:ext>
            </a:extLst>
          </a:blip>
          <a:stretch>
            <a:fillRect/>
          </a:stretch>
        </p:blipFill>
        <p:spPr>
          <a:xfrm>
            <a:off x="11122158" y="5920190"/>
            <a:ext cx="661855" cy="532998"/>
          </a:xfrm>
          <a:prstGeom prst="rect">
            <a:avLst/>
          </a:prstGeom>
        </p:spPr>
      </p:pic>
      <p:sp>
        <p:nvSpPr>
          <p:cNvPr id="4" name="flSlideMaster.Title Content with Picture Collag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69388593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 2x1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371475" y="1832758"/>
            <a:ext cx="5331692" cy="3828267"/>
          </a:xfrm>
        </p:spPr>
        <p:txBody>
          <a:bodyPr>
            <a:normAutofit/>
          </a:bodyPr>
          <a:lstStyle>
            <a:lvl1pPr>
              <a:buClr>
                <a:schemeClr val="accent1"/>
              </a:buClr>
              <a:buSzPct val="80000"/>
              <a:defRPr sz="2000">
                <a:solidFill>
                  <a:schemeClr val="tx2"/>
                </a:solidFill>
              </a:defRPr>
            </a:lvl1pPr>
            <a:lvl2pPr>
              <a:buClr>
                <a:schemeClr val="accent1"/>
              </a:buClr>
              <a:buSzPct val="80000"/>
              <a:defRPr sz="1800">
                <a:solidFill>
                  <a:schemeClr val="tx2"/>
                </a:solidFill>
              </a:defRPr>
            </a:lvl2pPr>
            <a:lvl3pPr>
              <a:buClr>
                <a:schemeClr val="accent1"/>
              </a:buClr>
              <a:buSzPct val="80000"/>
              <a:defRPr sz="1600">
                <a:solidFill>
                  <a:schemeClr val="tx2"/>
                </a:solidFill>
              </a:defRPr>
            </a:lvl3pPr>
            <a:lvl4pPr>
              <a:buClr>
                <a:schemeClr val="accent1"/>
              </a:buClr>
              <a:buSzPct val="80000"/>
              <a:defRPr sz="1050">
                <a:solidFill>
                  <a:schemeClr val="tx2"/>
                </a:solidFill>
              </a:defRPr>
            </a:lvl4pPr>
            <a:lvl5pPr>
              <a:buClr>
                <a:schemeClr val="accent1"/>
              </a:buClr>
              <a:buSzPct val="80000"/>
              <a:defRPr sz="9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4" name="Content Placeholder 3"/>
          <p:cNvSpPr>
            <a:spLocks noGrp="1"/>
          </p:cNvSpPr>
          <p:nvPr>
            <p:ph sz="half" idx="2" hasCustomPrompt="1"/>
          </p:nvPr>
        </p:nvSpPr>
        <p:spPr>
          <a:xfrm>
            <a:off x="6452413" y="1841499"/>
            <a:ext cx="5331600" cy="3819525"/>
          </a:xfrm>
        </p:spPr>
        <p:txBody>
          <a:bodyPr>
            <a:normAutofit/>
          </a:bodyPr>
          <a:lstStyle>
            <a:lvl1pPr marL="2286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2000" kern="1200" dirty="0" smtClean="0">
                <a:solidFill>
                  <a:schemeClr val="tx2"/>
                </a:solidFill>
                <a:latin typeface="+mn-lt"/>
                <a:ea typeface="+mn-ea"/>
                <a:cs typeface="+mn-cs"/>
              </a:defRPr>
            </a:lvl1pPr>
            <a:lvl2pPr marL="6858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800" kern="1200" dirty="0" smtClean="0">
                <a:solidFill>
                  <a:schemeClr val="tx2"/>
                </a:solidFill>
                <a:latin typeface="+mn-lt"/>
                <a:ea typeface="+mn-ea"/>
                <a:cs typeface="+mn-cs"/>
              </a:defRPr>
            </a:lvl2pPr>
            <a:lvl3pPr marL="11430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600" kern="1200" dirty="0" smtClean="0">
                <a:solidFill>
                  <a:schemeClr val="tx2"/>
                </a:solidFill>
                <a:latin typeface="+mn-lt"/>
                <a:ea typeface="+mn-ea"/>
                <a:cs typeface="+mn-cs"/>
              </a:defRPr>
            </a:lvl3pPr>
            <a:lvl4pPr marL="16002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400" kern="1200" dirty="0" smtClean="0">
                <a:solidFill>
                  <a:schemeClr val="tx2"/>
                </a:solidFill>
                <a:latin typeface="+mn-lt"/>
                <a:ea typeface="+mn-ea"/>
                <a:cs typeface="+mn-cs"/>
              </a:defRPr>
            </a:lvl4pPr>
            <a:lvl5pPr marL="20574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IN" sz="1100" kern="1200" dirty="0">
                <a:solidFill>
                  <a:schemeClr val="tx2"/>
                </a:solidFill>
                <a:latin typeface="+mn-lt"/>
                <a:ea typeface="+mn-ea"/>
                <a:cs typeface="+mn-cs"/>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9" name="Text Placeholder 7">
            <a:extLst>
              <a:ext uri="{FF2B5EF4-FFF2-40B4-BE49-F238E27FC236}">
                <a16:creationId xmlns:a16="http://schemas.microsoft.com/office/drawing/2014/main" xmlns="" id="{F7337EE2-8B81-4157-A038-5F44FE0736A2}"/>
              </a:ext>
            </a:extLst>
          </p:cNvPr>
          <p:cNvSpPr>
            <a:spLocks noGrp="1"/>
          </p:cNvSpPr>
          <p:nvPr>
            <p:ph type="body" sz="quarter" idx="14" hasCustomPrompt="1"/>
          </p:nvPr>
        </p:nvSpPr>
        <p:spPr>
          <a:xfrm>
            <a:off x="371475" y="1196975"/>
            <a:ext cx="11412538" cy="365125"/>
          </a:xfrm>
        </p:spPr>
        <p:txBody>
          <a:bodyPr anchor="ctr">
            <a:noAutofit/>
          </a:bodyPr>
          <a:lstStyle>
            <a:lvl1pPr marL="0" indent="0">
              <a:buNone/>
              <a:defRPr sz="2000" b="1">
                <a:solidFill>
                  <a:schemeClr val="tx2"/>
                </a:solidFill>
              </a:defRPr>
            </a:lvl1pPr>
          </a:lstStyle>
          <a:p>
            <a:pPr lvl="0"/>
            <a:r>
              <a:rPr lang="en-IN" dirty="0" smtClean="0"/>
              <a:t>subtitle</a:t>
            </a:r>
            <a:endParaRPr lang="en-IN" dirty="0"/>
          </a:p>
        </p:txBody>
      </p:sp>
      <p:cxnSp>
        <p:nvCxnSpPr>
          <p:cNvPr id="10" name="Straight Connector 9">
            <a:extLst>
              <a:ext uri="{FF2B5EF4-FFF2-40B4-BE49-F238E27FC236}">
                <a16:creationId xmlns:a16="http://schemas.microsoft.com/office/drawing/2014/main" xmlns="" id="{BE867653-08D4-44C9-8019-32D9B5E6B035}"/>
              </a:ext>
            </a:extLst>
          </p:cNvPr>
          <p:cNvCxnSpPr>
            <a:cxnSpLocks/>
          </p:cNvCxnSpPr>
          <p:nvPr userDrawn="1"/>
        </p:nvCxnSpPr>
        <p:spPr>
          <a:xfrm>
            <a:off x="6096000" y="1841499"/>
            <a:ext cx="0" cy="381952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flSlideMaster.Layout 2x1 01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56517786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yout 2x1 02">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xmlns="" id="{34D67353-15AD-4D7B-A9A1-3B80785535BC}"/>
              </a:ext>
            </a:extLst>
          </p:cNvPr>
          <p:cNvSpPr/>
          <p:nvPr userDrawn="1"/>
        </p:nvSpPr>
        <p:spPr>
          <a:xfrm>
            <a:off x="6452413" y="3471531"/>
            <a:ext cx="5331600" cy="2189494"/>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5" name="Rectangle 4">
            <a:extLst>
              <a:ext uri="{FF2B5EF4-FFF2-40B4-BE49-F238E27FC236}">
                <a16:creationId xmlns:a16="http://schemas.microsoft.com/office/drawing/2014/main" xmlns="" id="{0BBD5B03-B0E6-4452-9A37-F8FE440C80DF}"/>
              </a:ext>
            </a:extLst>
          </p:cNvPr>
          <p:cNvSpPr/>
          <p:nvPr userDrawn="1"/>
        </p:nvSpPr>
        <p:spPr>
          <a:xfrm>
            <a:off x="371521" y="3471531"/>
            <a:ext cx="5331600" cy="2189494"/>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483912" y="3548746"/>
            <a:ext cx="5106819" cy="2035064"/>
          </a:xfrm>
        </p:spPr>
        <p:txBody>
          <a:bodyPr>
            <a:normAutofit/>
          </a:bodyPr>
          <a:lstStyle>
            <a:lvl1pPr>
              <a:lnSpc>
                <a:spcPct val="120000"/>
              </a:lnSpc>
              <a:spcBef>
                <a:spcPts val="600"/>
              </a:spcBef>
              <a:buClr>
                <a:schemeClr val="accent1"/>
              </a:buClr>
              <a:buSzPct val="80000"/>
              <a:defRPr sz="1600">
                <a:solidFill>
                  <a:schemeClr val="tx2"/>
                </a:solidFill>
              </a:defRPr>
            </a:lvl1pPr>
            <a:lvl2pPr>
              <a:lnSpc>
                <a:spcPct val="120000"/>
              </a:lnSpc>
              <a:spcBef>
                <a:spcPts val="600"/>
              </a:spcBef>
              <a:buClr>
                <a:schemeClr val="accent1"/>
              </a:buClr>
              <a:buSzPct val="80000"/>
              <a:defRPr sz="1400">
                <a:solidFill>
                  <a:schemeClr val="tx2"/>
                </a:solidFill>
              </a:defRPr>
            </a:lvl2pPr>
            <a:lvl3pPr>
              <a:lnSpc>
                <a:spcPct val="120000"/>
              </a:lnSpc>
              <a:spcBef>
                <a:spcPts val="600"/>
              </a:spcBef>
              <a:buClr>
                <a:schemeClr val="accent1"/>
              </a:buClr>
              <a:buSzPct val="80000"/>
              <a:defRPr sz="1200">
                <a:solidFill>
                  <a:schemeClr val="tx2"/>
                </a:solidFill>
              </a:defRPr>
            </a:lvl3pPr>
            <a:lvl4pPr>
              <a:lnSpc>
                <a:spcPct val="120000"/>
              </a:lnSpc>
              <a:spcBef>
                <a:spcPts val="600"/>
              </a:spcBef>
              <a:buClr>
                <a:schemeClr val="accent1"/>
              </a:buClr>
              <a:buSzPct val="80000"/>
              <a:defRPr sz="1000">
                <a:solidFill>
                  <a:schemeClr val="tx2"/>
                </a:solidFill>
              </a:defRPr>
            </a:lvl4pPr>
            <a:lvl5pPr>
              <a:lnSpc>
                <a:spcPct val="120000"/>
              </a:lnSpc>
              <a:spcBef>
                <a:spcPts val="600"/>
              </a:spcBef>
              <a:buClr>
                <a:schemeClr val="accent1"/>
              </a:buClr>
              <a:buSzPct val="80000"/>
              <a:defRPr sz="800">
                <a:solidFill>
                  <a:schemeClr val="tx2"/>
                </a:solidFill>
              </a:defRPr>
            </a:lvl5pPr>
          </a:lstStyle>
          <a:p>
            <a:pPr lvl="0"/>
            <a:r>
              <a:rPr lang="en-US" dirty="0"/>
              <a:t>c</a:t>
            </a:r>
            <a:r>
              <a:rPr lang="en-US" dirty="0" smtClean="0"/>
              <a:t>lick </a:t>
            </a:r>
            <a:r>
              <a:rPr lang="en-US" dirty="0"/>
              <a:t>to edit Master 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4" name="Content Placeholder 3"/>
          <p:cNvSpPr>
            <a:spLocks noGrp="1"/>
          </p:cNvSpPr>
          <p:nvPr>
            <p:ph sz="half" idx="2" hasCustomPrompt="1"/>
          </p:nvPr>
        </p:nvSpPr>
        <p:spPr>
          <a:xfrm>
            <a:off x="6564013" y="3549278"/>
            <a:ext cx="5108400" cy="2034000"/>
          </a:xfrm>
        </p:spPr>
        <p:txBody>
          <a:bodyPr>
            <a:normAutofit/>
          </a:bodyPr>
          <a:lstStyle>
            <a:lvl1pPr marL="2286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600" kern="1200" dirty="0" smtClean="0">
                <a:solidFill>
                  <a:schemeClr val="tx2"/>
                </a:solidFill>
                <a:latin typeface="+mn-lt"/>
                <a:ea typeface="+mn-ea"/>
                <a:cs typeface="+mn-cs"/>
              </a:defRPr>
            </a:lvl1pPr>
            <a:lvl2pPr marL="6858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400" kern="1200" dirty="0" smtClean="0">
                <a:solidFill>
                  <a:schemeClr val="tx2"/>
                </a:solidFill>
                <a:latin typeface="+mn-lt"/>
                <a:ea typeface="+mn-ea"/>
                <a:cs typeface="+mn-cs"/>
              </a:defRPr>
            </a:lvl2pPr>
            <a:lvl3pPr marL="11430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200" kern="1200" dirty="0" smtClean="0">
                <a:solidFill>
                  <a:schemeClr val="tx2"/>
                </a:solidFill>
                <a:latin typeface="+mn-lt"/>
                <a:ea typeface="+mn-ea"/>
                <a:cs typeface="+mn-cs"/>
              </a:defRPr>
            </a:lvl3pPr>
            <a:lvl4pPr marL="16002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100" kern="1200" dirty="0" smtClean="0">
                <a:solidFill>
                  <a:schemeClr val="tx2"/>
                </a:solidFill>
                <a:latin typeface="+mn-lt"/>
                <a:ea typeface="+mn-ea"/>
                <a:cs typeface="+mn-cs"/>
              </a:defRPr>
            </a:lvl4pPr>
            <a:lvl5pPr marL="20574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IN" sz="1000" kern="1200" dirty="0">
                <a:solidFill>
                  <a:schemeClr val="tx2"/>
                </a:solidFill>
                <a:latin typeface="+mn-lt"/>
                <a:ea typeface="+mn-ea"/>
                <a:cs typeface="+mn-cs"/>
              </a:defRPr>
            </a:lvl5pPr>
          </a:lstStyle>
          <a:p>
            <a:pPr lvl="0"/>
            <a:r>
              <a:rPr lang="en-US" dirty="0" smtClean="0"/>
              <a:t>click </a:t>
            </a:r>
            <a:r>
              <a:rPr lang="en-US" dirty="0"/>
              <a:t>to edit Master 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9" name="Picture Placeholder 7">
            <a:extLst>
              <a:ext uri="{FF2B5EF4-FFF2-40B4-BE49-F238E27FC236}">
                <a16:creationId xmlns:a16="http://schemas.microsoft.com/office/drawing/2014/main" xmlns="" id="{989E6F58-4CE4-4F4D-A6DA-83E7329EA155}"/>
              </a:ext>
            </a:extLst>
          </p:cNvPr>
          <p:cNvSpPr>
            <a:spLocks noGrp="1"/>
          </p:cNvSpPr>
          <p:nvPr>
            <p:ph type="pic" sz="quarter" idx="17"/>
          </p:nvPr>
        </p:nvSpPr>
        <p:spPr>
          <a:xfrm>
            <a:off x="371475" y="1376363"/>
            <a:ext cx="5331600" cy="1962260"/>
          </a:xfrm>
        </p:spPr>
        <p:txBody>
          <a:bodyPr/>
          <a:lstStyle/>
          <a:p>
            <a:endParaRPr lang="en-IN" dirty="0"/>
          </a:p>
        </p:txBody>
      </p:sp>
      <p:sp>
        <p:nvSpPr>
          <p:cNvPr id="11" name="Picture Placeholder 7">
            <a:extLst>
              <a:ext uri="{FF2B5EF4-FFF2-40B4-BE49-F238E27FC236}">
                <a16:creationId xmlns:a16="http://schemas.microsoft.com/office/drawing/2014/main" xmlns="" id="{1D728D7E-5880-46C1-95A6-CBA47FBAE0AB}"/>
              </a:ext>
            </a:extLst>
          </p:cNvPr>
          <p:cNvSpPr>
            <a:spLocks noGrp="1"/>
          </p:cNvSpPr>
          <p:nvPr>
            <p:ph type="pic" sz="quarter" idx="18"/>
          </p:nvPr>
        </p:nvSpPr>
        <p:spPr>
          <a:xfrm>
            <a:off x="6452413" y="1376363"/>
            <a:ext cx="5331600" cy="1962260"/>
          </a:xfrm>
        </p:spPr>
        <p:txBody>
          <a:bodyPr/>
          <a:lstStyle/>
          <a:p>
            <a:endParaRPr lang="en-IN" dirty="0"/>
          </a:p>
        </p:txBody>
      </p:sp>
      <p:sp>
        <p:nvSpPr>
          <p:cNvPr id="8" name="flSlideMaster.Layout 2x1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90496692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yout 2x1 03">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373838" y="1638300"/>
            <a:ext cx="5331692" cy="3959225"/>
          </a:xfrm>
        </p:spPr>
        <p:txBody>
          <a:bodyPr>
            <a:normAutofit/>
          </a:bodyPr>
          <a:lstStyle>
            <a:lvl1pPr>
              <a:buClr>
                <a:schemeClr val="accent1"/>
              </a:buClr>
              <a:buSzPct val="80000"/>
              <a:defRPr sz="2000">
                <a:solidFill>
                  <a:schemeClr val="tx2"/>
                </a:solidFill>
              </a:defRPr>
            </a:lvl1pPr>
            <a:lvl2pPr>
              <a:buClr>
                <a:schemeClr val="accent1"/>
              </a:buClr>
              <a:buSzPct val="80000"/>
              <a:defRPr sz="1800">
                <a:solidFill>
                  <a:schemeClr val="tx2"/>
                </a:solidFill>
              </a:defRPr>
            </a:lvl2pPr>
            <a:lvl3pPr>
              <a:buClr>
                <a:schemeClr val="accent1"/>
              </a:buClr>
              <a:buSzPct val="80000"/>
              <a:defRPr sz="1600">
                <a:solidFill>
                  <a:schemeClr val="tx2"/>
                </a:solidFill>
              </a:defRPr>
            </a:lvl3pPr>
            <a:lvl4pPr>
              <a:buClr>
                <a:schemeClr val="accent1"/>
              </a:buClr>
              <a:buSzPct val="80000"/>
              <a:defRPr sz="1050">
                <a:solidFill>
                  <a:schemeClr val="tx2"/>
                </a:solidFill>
              </a:defRPr>
            </a:lvl4pPr>
            <a:lvl5pPr>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smtClean="0"/>
              <a:t>fifth level</a:t>
            </a:r>
            <a:endParaRPr lang="en-IN" dirty="0"/>
          </a:p>
        </p:txBody>
      </p:sp>
      <p:sp>
        <p:nvSpPr>
          <p:cNvPr id="4" name="Content Placeholder 3"/>
          <p:cNvSpPr>
            <a:spLocks noGrp="1"/>
          </p:cNvSpPr>
          <p:nvPr>
            <p:ph sz="half" idx="2" hasCustomPrompt="1"/>
          </p:nvPr>
        </p:nvSpPr>
        <p:spPr>
          <a:xfrm>
            <a:off x="6452413" y="1647341"/>
            <a:ext cx="5331600" cy="3950184"/>
          </a:xfrm>
        </p:spPr>
        <p:txBody>
          <a:bodyPr>
            <a:normAutofit/>
          </a:bodyPr>
          <a:lstStyle>
            <a:lvl1pPr marL="2286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2000" kern="1200" dirty="0" smtClean="0">
                <a:solidFill>
                  <a:schemeClr val="tx2"/>
                </a:solidFill>
                <a:latin typeface="+mn-lt"/>
                <a:ea typeface="+mn-ea"/>
                <a:cs typeface="+mn-cs"/>
              </a:defRPr>
            </a:lvl1pPr>
            <a:lvl2pPr marL="6858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800" kern="1200" dirty="0" smtClean="0">
                <a:solidFill>
                  <a:schemeClr val="tx2"/>
                </a:solidFill>
                <a:latin typeface="+mn-lt"/>
                <a:ea typeface="+mn-ea"/>
                <a:cs typeface="+mn-cs"/>
              </a:defRPr>
            </a:lvl2pPr>
            <a:lvl3pPr marL="11430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600" kern="1200" dirty="0" smtClean="0">
                <a:solidFill>
                  <a:schemeClr val="tx2"/>
                </a:solidFill>
                <a:latin typeface="+mn-lt"/>
                <a:ea typeface="+mn-ea"/>
                <a:cs typeface="+mn-cs"/>
              </a:defRPr>
            </a:lvl3pPr>
            <a:lvl4pPr marL="16002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US" sz="1400" kern="1200" dirty="0" smtClean="0">
                <a:solidFill>
                  <a:schemeClr val="tx2"/>
                </a:solidFill>
                <a:latin typeface="+mn-lt"/>
                <a:ea typeface="+mn-ea"/>
                <a:cs typeface="+mn-cs"/>
              </a:defRPr>
            </a:lvl4pPr>
            <a:lvl5pPr marL="2057400" indent="-228600" algn="l" defTabSz="914400" rtl="0" eaLnBrk="1" latinLnBrk="0" hangingPunct="1">
              <a:lnSpc>
                <a:spcPct val="120000"/>
              </a:lnSpc>
              <a:spcBef>
                <a:spcPts val="600"/>
              </a:spcBef>
              <a:buClr>
                <a:schemeClr val="accent1"/>
              </a:buClr>
              <a:buSzPct val="80000"/>
              <a:buFont typeface="Arial" panose="020B0604020202020204" pitchFamily="34" charset="0"/>
              <a:buChar char="•"/>
              <a:defRPr lang="en-IN" sz="1100" kern="1200" dirty="0">
                <a:solidFill>
                  <a:schemeClr val="tx2"/>
                </a:solidFill>
                <a:latin typeface="+mn-lt"/>
                <a:ea typeface="+mn-ea"/>
                <a:cs typeface="+mn-cs"/>
              </a:defRPr>
            </a:lvl5pPr>
          </a:lstStyle>
          <a:p>
            <a:pPr lvl="0"/>
            <a:r>
              <a:rPr lang="en-US" dirty="0" smtClean="0"/>
              <a:t>click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smtClean="0"/>
              <a:t>fifth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5" name="Rectangle 4">
            <a:extLst>
              <a:ext uri="{FF2B5EF4-FFF2-40B4-BE49-F238E27FC236}">
                <a16:creationId xmlns:a16="http://schemas.microsoft.com/office/drawing/2014/main" xmlns="" id="{3FA76FEF-B604-4F56-B048-70FD0B7E2822}"/>
              </a:ext>
            </a:extLst>
          </p:cNvPr>
          <p:cNvSpPr/>
          <p:nvPr userDrawn="1"/>
        </p:nvSpPr>
        <p:spPr>
          <a:xfrm>
            <a:off x="371475" y="1376363"/>
            <a:ext cx="5331692" cy="198437"/>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2" name="Rectangle 11">
            <a:extLst>
              <a:ext uri="{FF2B5EF4-FFF2-40B4-BE49-F238E27FC236}">
                <a16:creationId xmlns:a16="http://schemas.microsoft.com/office/drawing/2014/main" xmlns="" id="{B2381E5B-1B61-45BA-A5BA-711D083D4C6F}"/>
              </a:ext>
            </a:extLst>
          </p:cNvPr>
          <p:cNvSpPr/>
          <p:nvPr userDrawn="1"/>
        </p:nvSpPr>
        <p:spPr>
          <a:xfrm>
            <a:off x="6452413" y="1376363"/>
            <a:ext cx="5331692" cy="19843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8" name="flSlideMaster.Layout 2x1 03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404688105"/>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yout 2X1 0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534501E3-EDA7-4BFA-948A-C0950B5DF7F5}"/>
              </a:ext>
            </a:extLst>
          </p:cNvPr>
          <p:cNvSpPr/>
          <p:nvPr userDrawn="1"/>
        </p:nvSpPr>
        <p:spPr>
          <a:xfrm>
            <a:off x="372314" y="2226365"/>
            <a:ext cx="5330058" cy="3434660"/>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p:ph type="title" hasCustomPrompt="1"/>
          </p:nvPr>
        </p:nvSpPr>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473995" y="2294125"/>
            <a:ext cx="5126697" cy="3299141"/>
          </a:xfrm>
        </p:spPr>
        <p:txBody>
          <a:bodyPr>
            <a:normAutofit/>
          </a:bodyPr>
          <a:lstStyle>
            <a:lvl1pPr>
              <a:buClr>
                <a:schemeClr val="accent1"/>
              </a:buClr>
              <a:buSzPct val="80000"/>
              <a:defRPr sz="1600">
                <a:solidFill>
                  <a:schemeClr val="tx2"/>
                </a:solidFill>
              </a:defRPr>
            </a:lvl1pPr>
            <a:lvl2pPr>
              <a:buClr>
                <a:schemeClr val="accent1"/>
              </a:buClr>
              <a:buSzPct val="80000"/>
              <a:defRPr sz="1400">
                <a:solidFill>
                  <a:schemeClr val="tx2"/>
                </a:solidFill>
              </a:defRPr>
            </a:lvl2pPr>
            <a:lvl3pPr>
              <a:buClr>
                <a:schemeClr val="accent1"/>
              </a:buClr>
              <a:buSzPct val="80000"/>
              <a:defRPr sz="1200">
                <a:solidFill>
                  <a:schemeClr val="tx2"/>
                </a:solidFill>
              </a:defRPr>
            </a:lvl3pPr>
            <a:lvl4pPr>
              <a:buClr>
                <a:schemeClr val="accent1"/>
              </a:buClr>
              <a:buSzPct val="80000"/>
              <a:defRPr sz="1100">
                <a:solidFill>
                  <a:schemeClr val="tx2"/>
                </a:solidFill>
              </a:defRPr>
            </a:lvl4pPr>
            <a:lvl5pPr>
              <a:buClr>
                <a:schemeClr val="accent1"/>
              </a:buClr>
              <a:buSzPct val="80000"/>
              <a:defRPr sz="10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a:t>t</a:t>
            </a:r>
            <a:r>
              <a:rPr lang="en-US" dirty="0" smtClean="0"/>
              <a: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11" name="Text Placeholder 7">
            <a:extLst>
              <a:ext uri="{FF2B5EF4-FFF2-40B4-BE49-F238E27FC236}">
                <a16:creationId xmlns:a16="http://schemas.microsoft.com/office/drawing/2014/main" xmlns="" id="{2FC13E11-2C38-4874-8180-DAE072B363BD}"/>
              </a:ext>
            </a:extLst>
          </p:cNvPr>
          <p:cNvSpPr>
            <a:spLocks noGrp="1"/>
          </p:cNvSpPr>
          <p:nvPr>
            <p:ph type="body" sz="quarter" idx="15" hasCustomPrompt="1"/>
          </p:nvPr>
        </p:nvSpPr>
        <p:spPr>
          <a:xfrm>
            <a:off x="371475" y="1376363"/>
            <a:ext cx="5330104" cy="698183"/>
          </a:xfrm>
          <a:solidFill>
            <a:schemeClr val="accent4"/>
          </a:solidFill>
        </p:spPr>
        <p:txBody>
          <a:bodyPr anchor="ctr">
            <a:noAutofit/>
          </a:bodyPr>
          <a:lstStyle>
            <a:lvl1pPr marL="0" indent="0">
              <a:buNone/>
              <a:defRPr sz="1800" b="1">
                <a:solidFill>
                  <a:schemeClr val="bg1"/>
                </a:solidFill>
              </a:defRPr>
            </a:lvl1pPr>
          </a:lstStyle>
          <a:p>
            <a:pPr lvl="0"/>
            <a:r>
              <a:rPr lang="en-US" dirty="0"/>
              <a:t>c</a:t>
            </a:r>
            <a:r>
              <a:rPr lang="en-US" dirty="0" smtClean="0"/>
              <a:t>lick </a:t>
            </a:r>
            <a:r>
              <a:rPr lang="en-US" dirty="0"/>
              <a:t>to edit </a:t>
            </a:r>
            <a:r>
              <a:rPr lang="en-US" dirty="0" smtClean="0"/>
              <a:t>master </a:t>
            </a:r>
            <a:r>
              <a:rPr lang="en-US" dirty="0"/>
              <a:t>text styles</a:t>
            </a:r>
          </a:p>
        </p:txBody>
      </p:sp>
      <p:sp>
        <p:nvSpPr>
          <p:cNvPr id="12" name="Text Placeholder 7">
            <a:extLst>
              <a:ext uri="{FF2B5EF4-FFF2-40B4-BE49-F238E27FC236}">
                <a16:creationId xmlns:a16="http://schemas.microsoft.com/office/drawing/2014/main" xmlns="" id="{E24D01E9-0958-4C9A-B9F9-8B1B1C04BD6E}"/>
              </a:ext>
            </a:extLst>
          </p:cNvPr>
          <p:cNvSpPr>
            <a:spLocks noGrp="1"/>
          </p:cNvSpPr>
          <p:nvPr>
            <p:ph type="body" sz="quarter" idx="16" hasCustomPrompt="1"/>
          </p:nvPr>
        </p:nvSpPr>
        <p:spPr>
          <a:xfrm>
            <a:off x="6453909" y="1386191"/>
            <a:ext cx="5330104" cy="698400"/>
          </a:xfrm>
          <a:solidFill>
            <a:schemeClr val="accent5"/>
          </a:solidFill>
        </p:spPr>
        <p:txBody>
          <a:bodyPr anchor="ctr">
            <a:noAutofit/>
          </a:bodyPr>
          <a:lstStyle>
            <a:lvl1pPr marL="0" indent="0">
              <a:buNone/>
              <a:defRPr sz="1800" b="1">
                <a:solidFill>
                  <a:schemeClr val="tx2"/>
                </a:solidFill>
              </a:defRPr>
            </a:lvl1pPr>
          </a:lstStyle>
          <a:p>
            <a:pPr lvl="0"/>
            <a:r>
              <a:rPr lang="en-US" dirty="0"/>
              <a:t>c</a:t>
            </a:r>
            <a:r>
              <a:rPr lang="en-US" dirty="0" smtClean="0"/>
              <a:t>lick </a:t>
            </a:r>
            <a:r>
              <a:rPr lang="en-US" dirty="0"/>
              <a:t>to edit </a:t>
            </a:r>
            <a:r>
              <a:rPr lang="en-US" dirty="0" smtClean="0"/>
              <a:t>master </a:t>
            </a:r>
            <a:r>
              <a:rPr lang="en-US" dirty="0"/>
              <a:t>text styles</a:t>
            </a:r>
          </a:p>
        </p:txBody>
      </p:sp>
      <p:sp>
        <p:nvSpPr>
          <p:cNvPr id="13" name="Rectangle 12">
            <a:extLst>
              <a:ext uri="{FF2B5EF4-FFF2-40B4-BE49-F238E27FC236}">
                <a16:creationId xmlns:a16="http://schemas.microsoft.com/office/drawing/2014/main" xmlns="" id="{3D6525A9-E3DB-4375-9F05-46B565F65077}"/>
              </a:ext>
            </a:extLst>
          </p:cNvPr>
          <p:cNvSpPr/>
          <p:nvPr userDrawn="1"/>
        </p:nvSpPr>
        <p:spPr>
          <a:xfrm>
            <a:off x="6453955" y="2226365"/>
            <a:ext cx="5330058" cy="3434660"/>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4" name="Content Placeholder 2">
            <a:extLst>
              <a:ext uri="{FF2B5EF4-FFF2-40B4-BE49-F238E27FC236}">
                <a16:creationId xmlns:a16="http://schemas.microsoft.com/office/drawing/2014/main" xmlns="" id="{E515CA83-45A5-4DFB-AEF9-EFAEFEE4488E}"/>
              </a:ext>
            </a:extLst>
          </p:cNvPr>
          <p:cNvSpPr>
            <a:spLocks noGrp="1"/>
          </p:cNvSpPr>
          <p:nvPr>
            <p:ph sz="half" idx="17" hasCustomPrompt="1"/>
          </p:nvPr>
        </p:nvSpPr>
        <p:spPr>
          <a:xfrm>
            <a:off x="6555636" y="2294125"/>
            <a:ext cx="5126697" cy="3299141"/>
          </a:xfrm>
        </p:spPr>
        <p:txBody>
          <a:bodyPr>
            <a:normAutofit/>
          </a:bodyPr>
          <a:lstStyle>
            <a:lvl1pPr>
              <a:buClr>
                <a:schemeClr val="accent1"/>
              </a:buClr>
              <a:buSzPct val="80000"/>
              <a:defRPr sz="1600">
                <a:solidFill>
                  <a:schemeClr val="tx2"/>
                </a:solidFill>
              </a:defRPr>
            </a:lvl1pPr>
            <a:lvl2pPr>
              <a:buClr>
                <a:schemeClr val="accent1"/>
              </a:buClr>
              <a:buSzPct val="80000"/>
              <a:defRPr sz="1400">
                <a:solidFill>
                  <a:schemeClr val="tx2"/>
                </a:solidFill>
              </a:defRPr>
            </a:lvl2pPr>
            <a:lvl3pPr>
              <a:buClr>
                <a:schemeClr val="accent1"/>
              </a:buClr>
              <a:buSzPct val="80000"/>
              <a:defRPr sz="1200">
                <a:solidFill>
                  <a:schemeClr val="tx2"/>
                </a:solidFill>
              </a:defRPr>
            </a:lvl3pPr>
            <a:lvl4pPr>
              <a:buClr>
                <a:schemeClr val="accent1"/>
              </a:buClr>
              <a:buSzPct val="80000"/>
              <a:defRPr sz="1100">
                <a:solidFill>
                  <a:schemeClr val="tx2"/>
                </a:solidFill>
              </a:defRPr>
            </a:lvl4pPr>
            <a:lvl5pPr>
              <a:buClr>
                <a:schemeClr val="accent1"/>
              </a:buClr>
              <a:buSzPct val="80000"/>
              <a:defRPr sz="10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a:p>
            <a:pPr lvl="3"/>
            <a:r>
              <a:rPr lang="en-US" dirty="0"/>
              <a:t>f</a:t>
            </a:r>
            <a:r>
              <a:rPr lang="en-US" dirty="0" smtClean="0"/>
              <a:t>ourth </a:t>
            </a:r>
            <a:r>
              <a:rPr lang="en-US" dirty="0"/>
              <a:t>level</a:t>
            </a:r>
          </a:p>
          <a:p>
            <a:pPr lvl="4"/>
            <a:r>
              <a:rPr lang="en-US" dirty="0"/>
              <a:t>f</a:t>
            </a:r>
            <a:r>
              <a:rPr lang="en-US" dirty="0" smtClean="0"/>
              <a:t>ifth </a:t>
            </a:r>
            <a:r>
              <a:rPr lang="en-US" dirty="0"/>
              <a:t>level</a:t>
            </a:r>
            <a:endParaRPr lang="en-IN" dirty="0"/>
          </a:p>
        </p:txBody>
      </p:sp>
      <p:sp>
        <p:nvSpPr>
          <p:cNvPr id="4" name="flSlideMaster.Layout 2X1 04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660504282"/>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yout 3x1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371475" y="1790698"/>
            <a:ext cx="3493655" cy="3870327"/>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9" name="Text Placeholder 7">
            <a:extLst>
              <a:ext uri="{FF2B5EF4-FFF2-40B4-BE49-F238E27FC236}">
                <a16:creationId xmlns:a16="http://schemas.microsoft.com/office/drawing/2014/main" xmlns="" id="{F7337EE2-8B81-4157-A038-5F44FE0736A2}"/>
              </a:ext>
            </a:extLst>
          </p:cNvPr>
          <p:cNvSpPr>
            <a:spLocks noGrp="1"/>
          </p:cNvSpPr>
          <p:nvPr>
            <p:ph type="body" sz="quarter" idx="14" hasCustomPrompt="1"/>
          </p:nvPr>
        </p:nvSpPr>
        <p:spPr>
          <a:xfrm>
            <a:off x="371475" y="1196975"/>
            <a:ext cx="11412538" cy="365125"/>
          </a:xfrm>
        </p:spPr>
        <p:txBody>
          <a:bodyPr anchor="ctr">
            <a:noAutofit/>
          </a:bodyPr>
          <a:lstStyle>
            <a:lvl1pPr marL="0" indent="0">
              <a:buNone/>
              <a:defRPr sz="2000" b="1">
                <a:solidFill>
                  <a:schemeClr val="tx1"/>
                </a:solidFill>
              </a:defRPr>
            </a:lvl1pPr>
          </a:lstStyle>
          <a:p>
            <a:pPr lvl="0"/>
            <a:r>
              <a:rPr lang="en-IN" dirty="0"/>
              <a:t>s</a:t>
            </a:r>
            <a:r>
              <a:rPr lang="en-IN" dirty="0" smtClean="0"/>
              <a:t>ubtitle</a:t>
            </a:r>
            <a:endParaRPr lang="en-IN" dirty="0"/>
          </a:p>
        </p:txBody>
      </p:sp>
      <p:sp>
        <p:nvSpPr>
          <p:cNvPr id="16" name="Content Placeholder 2">
            <a:extLst>
              <a:ext uri="{FF2B5EF4-FFF2-40B4-BE49-F238E27FC236}">
                <a16:creationId xmlns:a16="http://schemas.microsoft.com/office/drawing/2014/main" xmlns="" id="{90E10505-9628-4310-AD41-5466F7AFAEDA}"/>
              </a:ext>
            </a:extLst>
          </p:cNvPr>
          <p:cNvSpPr>
            <a:spLocks noGrp="1"/>
          </p:cNvSpPr>
          <p:nvPr>
            <p:ph sz="half" idx="15" hasCustomPrompt="1"/>
          </p:nvPr>
        </p:nvSpPr>
        <p:spPr>
          <a:xfrm>
            <a:off x="4328971" y="1790698"/>
            <a:ext cx="3495600" cy="3870327"/>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17" name="Content Placeholder 2">
            <a:extLst>
              <a:ext uri="{FF2B5EF4-FFF2-40B4-BE49-F238E27FC236}">
                <a16:creationId xmlns:a16="http://schemas.microsoft.com/office/drawing/2014/main" xmlns="" id="{04FCECB2-DDCA-4628-BE49-1B84DB7D522B}"/>
              </a:ext>
            </a:extLst>
          </p:cNvPr>
          <p:cNvSpPr>
            <a:spLocks noGrp="1"/>
          </p:cNvSpPr>
          <p:nvPr>
            <p:ph sz="half" idx="16" hasCustomPrompt="1"/>
          </p:nvPr>
        </p:nvSpPr>
        <p:spPr>
          <a:xfrm>
            <a:off x="8288413" y="1790698"/>
            <a:ext cx="3495600" cy="3870327"/>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4" name="flSlideMaster.Layout 3x1 01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505790822"/>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yout 3x1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3" name="Content Placeholder 2"/>
          <p:cNvSpPr>
            <a:spLocks noGrp="1"/>
          </p:cNvSpPr>
          <p:nvPr>
            <p:ph sz="half" idx="1" hasCustomPrompt="1"/>
          </p:nvPr>
        </p:nvSpPr>
        <p:spPr>
          <a:xfrm>
            <a:off x="371475" y="1376364"/>
            <a:ext cx="3493655" cy="4284660"/>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16" name="Content Placeholder 2">
            <a:extLst>
              <a:ext uri="{FF2B5EF4-FFF2-40B4-BE49-F238E27FC236}">
                <a16:creationId xmlns:a16="http://schemas.microsoft.com/office/drawing/2014/main" xmlns="" id="{90E10505-9628-4310-AD41-5466F7AFAEDA}"/>
              </a:ext>
            </a:extLst>
          </p:cNvPr>
          <p:cNvSpPr>
            <a:spLocks noGrp="1"/>
          </p:cNvSpPr>
          <p:nvPr>
            <p:ph sz="half" idx="15" hasCustomPrompt="1"/>
          </p:nvPr>
        </p:nvSpPr>
        <p:spPr>
          <a:xfrm>
            <a:off x="4328971" y="1376364"/>
            <a:ext cx="3495600" cy="4284660"/>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17" name="Content Placeholder 2">
            <a:extLst>
              <a:ext uri="{FF2B5EF4-FFF2-40B4-BE49-F238E27FC236}">
                <a16:creationId xmlns:a16="http://schemas.microsoft.com/office/drawing/2014/main" xmlns="" id="{04FCECB2-DDCA-4628-BE49-1B84DB7D522B}"/>
              </a:ext>
            </a:extLst>
          </p:cNvPr>
          <p:cNvSpPr>
            <a:spLocks noGrp="1"/>
          </p:cNvSpPr>
          <p:nvPr>
            <p:ph sz="half" idx="16" hasCustomPrompt="1"/>
          </p:nvPr>
        </p:nvSpPr>
        <p:spPr>
          <a:xfrm>
            <a:off x="8288413" y="1376364"/>
            <a:ext cx="3495600" cy="4284660"/>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4" name="flSlideMaster.Layout 3x1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77209454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yout 3x1 0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59C25681-5D7D-466A-B531-1D9CEAAE4EF7}"/>
              </a:ext>
            </a:extLst>
          </p:cNvPr>
          <p:cNvSpPr/>
          <p:nvPr userDrawn="1"/>
        </p:nvSpPr>
        <p:spPr>
          <a:xfrm>
            <a:off x="371521" y="3471531"/>
            <a:ext cx="3493608" cy="2189494"/>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473995" y="3548748"/>
            <a:ext cx="3288660" cy="2035061"/>
          </a:xfrm>
        </p:spPr>
        <p:txBody>
          <a:bodyPr>
            <a:normAutofit/>
          </a:bodyPr>
          <a:lstStyle>
            <a:lvl1pPr>
              <a:lnSpc>
                <a:spcPct val="120000"/>
              </a:lnSpc>
              <a:spcBef>
                <a:spcPts val="600"/>
              </a:spcBef>
              <a:buClr>
                <a:schemeClr val="accent1"/>
              </a:buClr>
              <a:buSzPct val="80000"/>
              <a:defRPr sz="1400">
                <a:solidFill>
                  <a:schemeClr val="tx2"/>
                </a:solidFill>
              </a:defRPr>
            </a:lvl1pPr>
            <a:lvl2pPr>
              <a:lnSpc>
                <a:spcPct val="120000"/>
              </a:lnSpc>
              <a:spcBef>
                <a:spcPts val="600"/>
              </a:spcBef>
              <a:buClr>
                <a:schemeClr val="accent1"/>
              </a:buClr>
              <a:buSzPct val="80000"/>
              <a:defRPr sz="1200">
                <a:solidFill>
                  <a:schemeClr val="tx2"/>
                </a:solidFill>
              </a:defRPr>
            </a:lvl2pPr>
            <a:lvl3pPr>
              <a:lnSpc>
                <a:spcPct val="120000"/>
              </a:lnSpc>
              <a:spcBef>
                <a:spcPts val="600"/>
              </a:spcBef>
              <a:buClr>
                <a:schemeClr val="accent1"/>
              </a:buClr>
              <a:buSzPct val="80000"/>
              <a:defRPr sz="1100">
                <a:solidFill>
                  <a:schemeClr val="tx2"/>
                </a:solidFill>
              </a:defRPr>
            </a:lvl3pPr>
            <a:lvl4pPr>
              <a:lnSpc>
                <a:spcPct val="120000"/>
              </a:lnSpc>
              <a:spcBef>
                <a:spcPts val="600"/>
              </a:spcBef>
              <a:buClr>
                <a:schemeClr val="accent1"/>
              </a:buClr>
              <a:buSzPct val="80000"/>
              <a:defRPr sz="900">
                <a:solidFill>
                  <a:schemeClr val="tx2"/>
                </a:solidFill>
              </a:defRPr>
            </a:lvl4pPr>
            <a:lvl5pPr>
              <a:lnSpc>
                <a:spcPct val="120000"/>
              </a:lnSpc>
              <a:spcBef>
                <a:spcPts val="600"/>
              </a:spcBef>
              <a:buClr>
                <a:schemeClr val="accent1"/>
              </a:buClr>
              <a:buSzPct val="80000"/>
              <a:defRPr sz="7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8" name="Picture Placeholder 7">
            <a:extLst>
              <a:ext uri="{FF2B5EF4-FFF2-40B4-BE49-F238E27FC236}">
                <a16:creationId xmlns:a16="http://schemas.microsoft.com/office/drawing/2014/main" xmlns="" id="{B9BC1B57-4DBA-4D0F-BB5A-EF4CB7A203D0}"/>
              </a:ext>
            </a:extLst>
          </p:cNvPr>
          <p:cNvSpPr>
            <a:spLocks noGrp="1"/>
          </p:cNvSpPr>
          <p:nvPr>
            <p:ph type="pic" sz="quarter" idx="17"/>
          </p:nvPr>
        </p:nvSpPr>
        <p:spPr>
          <a:xfrm>
            <a:off x="371475" y="1376363"/>
            <a:ext cx="3494088" cy="1962260"/>
          </a:xfrm>
        </p:spPr>
        <p:txBody>
          <a:bodyPr/>
          <a:lstStyle/>
          <a:p>
            <a:endParaRPr lang="en-IN" dirty="0"/>
          </a:p>
        </p:txBody>
      </p:sp>
      <p:sp>
        <p:nvSpPr>
          <p:cNvPr id="11" name="Picture Placeholder 7">
            <a:extLst>
              <a:ext uri="{FF2B5EF4-FFF2-40B4-BE49-F238E27FC236}">
                <a16:creationId xmlns:a16="http://schemas.microsoft.com/office/drawing/2014/main" xmlns="" id="{1E1501E7-AFD8-4828-AF48-E355FACE52CD}"/>
              </a:ext>
            </a:extLst>
          </p:cNvPr>
          <p:cNvSpPr>
            <a:spLocks noGrp="1"/>
          </p:cNvSpPr>
          <p:nvPr>
            <p:ph type="pic" sz="quarter" idx="18"/>
          </p:nvPr>
        </p:nvSpPr>
        <p:spPr>
          <a:xfrm>
            <a:off x="4330483" y="1376363"/>
            <a:ext cx="3494088" cy="1962260"/>
          </a:xfrm>
        </p:spPr>
        <p:txBody>
          <a:bodyPr/>
          <a:lstStyle/>
          <a:p>
            <a:endParaRPr lang="en-IN" dirty="0"/>
          </a:p>
        </p:txBody>
      </p:sp>
      <p:sp>
        <p:nvSpPr>
          <p:cNvPr id="12" name="Picture Placeholder 7">
            <a:extLst>
              <a:ext uri="{FF2B5EF4-FFF2-40B4-BE49-F238E27FC236}">
                <a16:creationId xmlns:a16="http://schemas.microsoft.com/office/drawing/2014/main" xmlns="" id="{4FD0237C-8B70-4FB4-8954-2876677F19AA}"/>
              </a:ext>
            </a:extLst>
          </p:cNvPr>
          <p:cNvSpPr>
            <a:spLocks noGrp="1"/>
          </p:cNvSpPr>
          <p:nvPr>
            <p:ph type="pic" sz="quarter" idx="19"/>
          </p:nvPr>
        </p:nvSpPr>
        <p:spPr>
          <a:xfrm>
            <a:off x="8288413" y="1376363"/>
            <a:ext cx="3494088" cy="1962260"/>
          </a:xfrm>
        </p:spPr>
        <p:txBody>
          <a:bodyPr/>
          <a:lstStyle/>
          <a:p>
            <a:endParaRPr lang="en-IN" dirty="0"/>
          </a:p>
        </p:txBody>
      </p:sp>
      <p:sp>
        <p:nvSpPr>
          <p:cNvPr id="14" name="Rectangle 13">
            <a:extLst>
              <a:ext uri="{FF2B5EF4-FFF2-40B4-BE49-F238E27FC236}">
                <a16:creationId xmlns:a16="http://schemas.microsoft.com/office/drawing/2014/main" xmlns="" id="{D9110CDC-FA76-4FAB-B1EF-0A3159D1E1D4}"/>
              </a:ext>
            </a:extLst>
          </p:cNvPr>
          <p:cNvSpPr/>
          <p:nvPr userDrawn="1"/>
        </p:nvSpPr>
        <p:spPr>
          <a:xfrm>
            <a:off x="4324271" y="3471531"/>
            <a:ext cx="3493608" cy="2189494"/>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5" name="Content Placeholder 2">
            <a:extLst>
              <a:ext uri="{FF2B5EF4-FFF2-40B4-BE49-F238E27FC236}">
                <a16:creationId xmlns:a16="http://schemas.microsoft.com/office/drawing/2014/main" xmlns="" id="{67ADEC30-168D-4866-BB31-16370C7F71B8}"/>
              </a:ext>
            </a:extLst>
          </p:cNvPr>
          <p:cNvSpPr>
            <a:spLocks noGrp="1"/>
          </p:cNvSpPr>
          <p:nvPr>
            <p:ph sz="half" idx="20" hasCustomPrompt="1"/>
          </p:nvPr>
        </p:nvSpPr>
        <p:spPr>
          <a:xfrm>
            <a:off x="4426745" y="3548748"/>
            <a:ext cx="3288660" cy="2035061"/>
          </a:xfrm>
        </p:spPr>
        <p:txBody>
          <a:bodyPr>
            <a:normAutofit/>
          </a:bodyPr>
          <a:lstStyle>
            <a:lvl1pPr>
              <a:lnSpc>
                <a:spcPct val="120000"/>
              </a:lnSpc>
              <a:spcBef>
                <a:spcPts val="600"/>
              </a:spcBef>
              <a:buClr>
                <a:schemeClr val="accent1"/>
              </a:buClr>
              <a:buSzPct val="80000"/>
              <a:defRPr sz="1400">
                <a:solidFill>
                  <a:schemeClr val="tx2"/>
                </a:solidFill>
              </a:defRPr>
            </a:lvl1pPr>
            <a:lvl2pPr>
              <a:lnSpc>
                <a:spcPct val="120000"/>
              </a:lnSpc>
              <a:spcBef>
                <a:spcPts val="600"/>
              </a:spcBef>
              <a:buClr>
                <a:schemeClr val="accent1"/>
              </a:buClr>
              <a:buSzPct val="80000"/>
              <a:defRPr sz="1200">
                <a:solidFill>
                  <a:schemeClr val="tx2"/>
                </a:solidFill>
              </a:defRPr>
            </a:lvl2pPr>
            <a:lvl3pPr>
              <a:lnSpc>
                <a:spcPct val="120000"/>
              </a:lnSpc>
              <a:spcBef>
                <a:spcPts val="600"/>
              </a:spcBef>
              <a:buClr>
                <a:schemeClr val="accent1"/>
              </a:buClr>
              <a:buSzPct val="80000"/>
              <a:defRPr sz="1100">
                <a:solidFill>
                  <a:schemeClr val="tx2"/>
                </a:solidFill>
              </a:defRPr>
            </a:lvl3pPr>
            <a:lvl4pPr>
              <a:lnSpc>
                <a:spcPct val="120000"/>
              </a:lnSpc>
              <a:spcBef>
                <a:spcPts val="600"/>
              </a:spcBef>
              <a:buClr>
                <a:schemeClr val="accent1"/>
              </a:buClr>
              <a:buSzPct val="80000"/>
              <a:defRPr sz="900">
                <a:solidFill>
                  <a:schemeClr val="tx2"/>
                </a:solidFill>
              </a:defRPr>
            </a:lvl4pPr>
            <a:lvl5pPr>
              <a:lnSpc>
                <a:spcPct val="120000"/>
              </a:lnSpc>
              <a:spcBef>
                <a:spcPts val="600"/>
              </a:spcBef>
              <a:buClr>
                <a:schemeClr val="accent1"/>
              </a:buClr>
              <a:buSzPct val="80000"/>
              <a:defRPr sz="7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18" name="Rectangle 17">
            <a:extLst>
              <a:ext uri="{FF2B5EF4-FFF2-40B4-BE49-F238E27FC236}">
                <a16:creationId xmlns:a16="http://schemas.microsoft.com/office/drawing/2014/main" xmlns="" id="{CC8E486A-7E2C-4D69-BD2B-4FE8CE13275F}"/>
              </a:ext>
            </a:extLst>
          </p:cNvPr>
          <p:cNvSpPr/>
          <p:nvPr userDrawn="1"/>
        </p:nvSpPr>
        <p:spPr>
          <a:xfrm>
            <a:off x="8291154" y="3471531"/>
            <a:ext cx="3493608" cy="2189494"/>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9" name="Content Placeholder 2">
            <a:extLst>
              <a:ext uri="{FF2B5EF4-FFF2-40B4-BE49-F238E27FC236}">
                <a16:creationId xmlns:a16="http://schemas.microsoft.com/office/drawing/2014/main" xmlns="" id="{E594AD1B-583B-499D-A991-BDA1F0D77860}"/>
              </a:ext>
            </a:extLst>
          </p:cNvPr>
          <p:cNvSpPr>
            <a:spLocks noGrp="1"/>
          </p:cNvSpPr>
          <p:nvPr>
            <p:ph sz="half" idx="21" hasCustomPrompt="1"/>
          </p:nvPr>
        </p:nvSpPr>
        <p:spPr>
          <a:xfrm>
            <a:off x="8393628" y="3548748"/>
            <a:ext cx="3288660" cy="2035061"/>
          </a:xfrm>
        </p:spPr>
        <p:txBody>
          <a:bodyPr>
            <a:normAutofit/>
          </a:bodyPr>
          <a:lstStyle>
            <a:lvl1pPr>
              <a:lnSpc>
                <a:spcPct val="120000"/>
              </a:lnSpc>
              <a:spcBef>
                <a:spcPts val="600"/>
              </a:spcBef>
              <a:buClr>
                <a:schemeClr val="accent1"/>
              </a:buClr>
              <a:buSzPct val="80000"/>
              <a:defRPr sz="1400">
                <a:solidFill>
                  <a:schemeClr val="tx2"/>
                </a:solidFill>
              </a:defRPr>
            </a:lvl1pPr>
            <a:lvl2pPr>
              <a:lnSpc>
                <a:spcPct val="120000"/>
              </a:lnSpc>
              <a:spcBef>
                <a:spcPts val="600"/>
              </a:spcBef>
              <a:buClr>
                <a:schemeClr val="accent1"/>
              </a:buClr>
              <a:buSzPct val="80000"/>
              <a:defRPr sz="1200">
                <a:solidFill>
                  <a:schemeClr val="tx2"/>
                </a:solidFill>
              </a:defRPr>
            </a:lvl2pPr>
            <a:lvl3pPr>
              <a:lnSpc>
                <a:spcPct val="120000"/>
              </a:lnSpc>
              <a:spcBef>
                <a:spcPts val="600"/>
              </a:spcBef>
              <a:buClr>
                <a:schemeClr val="accent1"/>
              </a:buClr>
              <a:buSzPct val="80000"/>
              <a:defRPr sz="1100">
                <a:solidFill>
                  <a:schemeClr val="tx2"/>
                </a:solidFill>
              </a:defRPr>
            </a:lvl3pPr>
            <a:lvl4pPr>
              <a:lnSpc>
                <a:spcPct val="120000"/>
              </a:lnSpc>
              <a:spcBef>
                <a:spcPts val="600"/>
              </a:spcBef>
              <a:buClr>
                <a:schemeClr val="accent1"/>
              </a:buClr>
              <a:buSzPct val="80000"/>
              <a:defRPr sz="900">
                <a:solidFill>
                  <a:schemeClr val="tx2"/>
                </a:solidFill>
              </a:defRPr>
            </a:lvl4pPr>
            <a:lvl5pPr>
              <a:lnSpc>
                <a:spcPct val="120000"/>
              </a:lnSpc>
              <a:spcBef>
                <a:spcPts val="600"/>
              </a:spcBef>
              <a:buClr>
                <a:schemeClr val="accent1"/>
              </a:buClr>
              <a:buSzPct val="80000"/>
              <a:defRPr sz="7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4" name="flSlideMaster.Layout 3x1 03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43980106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yout 3x1 0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3"/>
            <a:ext cx="11412538" cy="709612"/>
          </a:xfrm>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371475" y="1672923"/>
            <a:ext cx="3493655" cy="3988102"/>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16" name="Content Placeholder 2">
            <a:extLst>
              <a:ext uri="{FF2B5EF4-FFF2-40B4-BE49-F238E27FC236}">
                <a16:creationId xmlns:a16="http://schemas.microsoft.com/office/drawing/2014/main" xmlns="" id="{90E10505-9628-4310-AD41-5466F7AFAEDA}"/>
              </a:ext>
            </a:extLst>
          </p:cNvPr>
          <p:cNvSpPr>
            <a:spLocks noGrp="1"/>
          </p:cNvSpPr>
          <p:nvPr>
            <p:ph sz="half" idx="15" hasCustomPrompt="1"/>
          </p:nvPr>
        </p:nvSpPr>
        <p:spPr>
          <a:xfrm>
            <a:off x="4328971" y="1672923"/>
            <a:ext cx="3495600" cy="3988102"/>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17" name="Content Placeholder 2">
            <a:extLst>
              <a:ext uri="{FF2B5EF4-FFF2-40B4-BE49-F238E27FC236}">
                <a16:creationId xmlns:a16="http://schemas.microsoft.com/office/drawing/2014/main" xmlns="" id="{04FCECB2-DDCA-4628-BE49-1B84DB7D522B}"/>
              </a:ext>
            </a:extLst>
          </p:cNvPr>
          <p:cNvSpPr>
            <a:spLocks noGrp="1"/>
          </p:cNvSpPr>
          <p:nvPr>
            <p:ph sz="half" idx="16" hasCustomPrompt="1"/>
          </p:nvPr>
        </p:nvSpPr>
        <p:spPr>
          <a:xfrm>
            <a:off x="8288413" y="1672923"/>
            <a:ext cx="3495600" cy="3988102"/>
          </a:xfrm>
        </p:spPr>
        <p:txBody>
          <a:bodyPr>
            <a:normAutofit/>
          </a:bodyPr>
          <a:lstStyle>
            <a:lvl1pPr>
              <a:lnSpc>
                <a:spcPct val="120000"/>
              </a:lnSpc>
              <a:spcBef>
                <a:spcPts val="600"/>
              </a:spcBef>
              <a:buClr>
                <a:schemeClr val="accent1"/>
              </a:buClr>
              <a:buSzPct val="80000"/>
              <a:defRPr sz="1800">
                <a:solidFill>
                  <a:schemeClr val="tx2"/>
                </a:solidFill>
              </a:defRPr>
            </a:lvl1pPr>
            <a:lvl2pPr>
              <a:lnSpc>
                <a:spcPct val="120000"/>
              </a:lnSpc>
              <a:spcBef>
                <a:spcPts val="600"/>
              </a:spcBef>
              <a:buClr>
                <a:schemeClr val="accent1"/>
              </a:buClr>
              <a:buSzPct val="80000"/>
              <a:defRPr sz="1600">
                <a:solidFill>
                  <a:schemeClr val="tx2"/>
                </a:solidFill>
              </a:defRPr>
            </a:lvl2pPr>
            <a:lvl3pPr>
              <a:lnSpc>
                <a:spcPct val="120000"/>
              </a:lnSpc>
              <a:spcBef>
                <a:spcPts val="600"/>
              </a:spcBef>
              <a:buClr>
                <a:schemeClr val="accent1"/>
              </a:buClr>
              <a:buSzPct val="80000"/>
              <a:defRPr sz="1400">
                <a:solidFill>
                  <a:schemeClr val="tx2"/>
                </a:solidFill>
              </a:defRPr>
            </a:lvl3pPr>
            <a:lvl4pPr>
              <a:lnSpc>
                <a:spcPct val="120000"/>
              </a:lnSpc>
              <a:spcBef>
                <a:spcPts val="600"/>
              </a:spcBef>
              <a:buClr>
                <a:schemeClr val="accent1"/>
              </a:buClr>
              <a:buSzPct val="80000"/>
              <a:defRPr sz="1050">
                <a:solidFill>
                  <a:schemeClr val="tx2"/>
                </a:solidFill>
              </a:defRPr>
            </a:lvl4pPr>
            <a:lvl5pPr>
              <a:lnSpc>
                <a:spcPct val="120000"/>
              </a:lnSpc>
              <a:spcBef>
                <a:spcPts val="600"/>
              </a:spcBef>
              <a:buClr>
                <a:schemeClr val="accent1"/>
              </a:buClr>
              <a:buSzPct val="80000"/>
              <a:defRPr sz="900">
                <a:solidFill>
                  <a:schemeClr val="tx2"/>
                </a:solidFill>
              </a:defRPr>
            </a:lvl5pPr>
          </a:lstStyle>
          <a:p>
            <a:pPr lvl="0"/>
            <a:r>
              <a:rPr lang="en-US" dirty="0"/>
              <a:t>c</a:t>
            </a:r>
            <a:r>
              <a:rPr lang="en-US" dirty="0" smtClean="0"/>
              <a:t>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4" name="Rectangle 3">
            <a:extLst>
              <a:ext uri="{FF2B5EF4-FFF2-40B4-BE49-F238E27FC236}">
                <a16:creationId xmlns:a16="http://schemas.microsoft.com/office/drawing/2014/main" xmlns="" id="{ADAF289C-74D6-4D7D-A90B-5EE7D556BD28}"/>
              </a:ext>
            </a:extLst>
          </p:cNvPr>
          <p:cNvSpPr/>
          <p:nvPr userDrawn="1"/>
        </p:nvSpPr>
        <p:spPr>
          <a:xfrm>
            <a:off x="371475" y="1376363"/>
            <a:ext cx="3493655" cy="198437"/>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1" name="Rectangle 10">
            <a:extLst>
              <a:ext uri="{FF2B5EF4-FFF2-40B4-BE49-F238E27FC236}">
                <a16:creationId xmlns:a16="http://schemas.microsoft.com/office/drawing/2014/main" xmlns="" id="{C77CDBFC-EEDF-4DC4-9C3B-E775307588F1}"/>
              </a:ext>
            </a:extLst>
          </p:cNvPr>
          <p:cNvSpPr/>
          <p:nvPr userDrawn="1"/>
        </p:nvSpPr>
        <p:spPr>
          <a:xfrm>
            <a:off x="4328971" y="1376363"/>
            <a:ext cx="3493655" cy="198437"/>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2" name="Rectangle 11">
            <a:extLst>
              <a:ext uri="{FF2B5EF4-FFF2-40B4-BE49-F238E27FC236}">
                <a16:creationId xmlns:a16="http://schemas.microsoft.com/office/drawing/2014/main" xmlns="" id="{70855118-BD74-427F-A44D-296F3FB2FE04}"/>
              </a:ext>
            </a:extLst>
          </p:cNvPr>
          <p:cNvSpPr/>
          <p:nvPr userDrawn="1"/>
        </p:nvSpPr>
        <p:spPr>
          <a:xfrm>
            <a:off x="8286467" y="1376363"/>
            <a:ext cx="3493655" cy="198437"/>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5" name="flSlideMaster.Layout 3x1 04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93894834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Layout 3x1 with Heading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A1A16C5-39C5-4E53-914D-8BE84A1EA711}"/>
              </a:ext>
            </a:extLst>
          </p:cNvPr>
          <p:cNvSpPr/>
          <p:nvPr userDrawn="1"/>
        </p:nvSpPr>
        <p:spPr>
          <a:xfrm>
            <a:off x="373109" y="2174244"/>
            <a:ext cx="3491227" cy="3486781"/>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 name="Title 1"/>
          <p:cNvSpPr>
            <a:spLocks noGrp="1"/>
          </p:cNvSpPr>
          <p:nvPr>
            <p:ph type="title" hasCustomPrompt="1"/>
          </p:nvPr>
        </p:nvSpPr>
        <p:spPr/>
        <p:txBody>
          <a:bodyPr/>
          <a:lstStyle>
            <a:lvl1pPr>
              <a:defRPr/>
            </a:lvl1pPr>
          </a:lstStyle>
          <a:p>
            <a:r>
              <a:rPr lang="en-US" dirty="0"/>
              <a:t>t</a:t>
            </a:r>
            <a:r>
              <a:rPr lang="en-US" dirty="0" smtClean="0"/>
              <a:t>itle</a:t>
            </a:r>
            <a:endParaRPr lang="en-IN" dirty="0"/>
          </a:p>
        </p:txBody>
      </p:sp>
      <p:sp>
        <p:nvSpPr>
          <p:cNvPr id="3" name="Content Placeholder 2"/>
          <p:cNvSpPr>
            <a:spLocks noGrp="1"/>
          </p:cNvSpPr>
          <p:nvPr>
            <p:ph sz="half" idx="1" hasCustomPrompt="1"/>
          </p:nvPr>
        </p:nvSpPr>
        <p:spPr>
          <a:xfrm>
            <a:off x="464453" y="2268065"/>
            <a:ext cx="3308539" cy="3299139"/>
          </a:xfrm>
        </p:spPr>
        <p:txBody>
          <a:bodyPr>
            <a:normAutofit/>
          </a:bodyPr>
          <a:lstStyle>
            <a:lvl1pPr>
              <a:lnSpc>
                <a:spcPct val="120000"/>
              </a:lnSpc>
              <a:spcBef>
                <a:spcPts val="600"/>
              </a:spcBef>
              <a:buClr>
                <a:schemeClr val="accent1"/>
              </a:buClr>
              <a:buSzPct val="80000"/>
              <a:defRPr sz="1600">
                <a:solidFill>
                  <a:schemeClr val="tx2"/>
                </a:solidFill>
              </a:defRPr>
            </a:lvl1pPr>
            <a:lvl2pPr>
              <a:lnSpc>
                <a:spcPct val="120000"/>
              </a:lnSpc>
              <a:spcBef>
                <a:spcPts val="600"/>
              </a:spcBef>
              <a:buClr>
                <a:schemeClr val="accent1"/>
              </a:buClr>
              <a:buSzPct val="80000"/>
              <a:defRPr sz="1400">
                <a:solidFill>
                  <a:schemeClr val="tx2"/>
                </a:solidFill>
              </a:defRPr>
            </a:lvl2pPr>
            <a:lvl3pPr>
              <a:lnSpc>
                <a:spcPct val="120000"/>
              </a:lnSpc>
              <a:spcBef>
                <a:spcPts val="600"/>
              </a:spcBef>
              <a:buClr>
                <a:schemeClr val="accent1"/>
              </a:buClr>
              <a:buSzPct val="80000"/>
              <a:defRPr sz="1200">
                <a:solidFill>
                  <a:schemeClr val="tx2"/>
                </a:solidFill>
              </a:defRPr>
            </a:lvl3pPr>
            <a:lvl4pPr>
              <a:lnSpc>
                <a:spcPct val="120000"/>
              </a:lnSpc>
              <a:spcBef>
                <a:spcPts val="600"/>
              </a:spcBef>
              <a:buClr>
                <a:schemeClr val="accent1"/>
              </a:buClr>
              <a:buSzPct val="80000"/>
              <a:defRPr sz="1000">
                <a:solidFill>
                  <a:schemeClr val="tx2"/>
                </a:solidFill>
              </a:defRPr>
            </a:lvl4pPr>
            <a:lvl5pPr>
              <a:lnSpc>
                <a:spcPct val="120000"/>
              </a:lnSpc>
              <a:spcBef>
                <a:spcPts val="600"/>
              </a:spcBef>
              <a:buClr>
                <a:schemeClr val="accent1"/>
              </a:buClr>
              <a:buSzPct val="80000"/>
              <a:defRPr sz="8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a:t>s</a:t>
            </a:r>
            <a:r>
              <a:rPr lang="en-US" dirty="0" smtClean="0"/>
              <a:t>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6" name="Footer Placeholder 5"/>
          <p:cNvSpPr>
            <a:spLocks noGrp="1"/>
          </p:cNvSpPr>
          <p:nvPr>
            <p:ph type="ftr" sz="quarter" idx="11"/>
          </p:nvPr>
        </p:nvSpPr>
        <p:spPr/>
        <p:txBody>
          <a:bodyPr/>
          <a:lstStyle/>
          <a:p>
            <a:r>
              <a:rPr lang="en-IN" dirty="0">
                <a:solidFill>
                  <a:srgbClr val="2F3043"/>
                </a:solidFill>
              </a:rPr>
              <a:t>Vodafone Idea Confidential</a:t>
            </a:r>
          </a:p>
        </p:txBody>
      </p:sp>
      <p:sp>
        <p:nvSpPr>
          <p:cNvPr id="7" name="Slide Number Placeholder 6"/>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11" name="Text Placeholder 7">
            <a:extLst>
              <a:ext uri="{FF2B5EF4-FFF2-40B4-BE49-F238E27FC236}">
                <a16:creationId xmlns:a16="http://schemas.microsoft.com/office/drawing/2014/main" xmlns="" id="{3D788F8B-D657-4026-892B-EE02C56F95CE}"/>
              </a:ext>
            </a:extLst>
          </p:cNvPr>
          <p:cNvSpPr>
            <a:spLocks noGrp="1"/>
          </p:cNvSpPr>
          <p:nvPr>
            <p:ph type="body" sz="quarter" idx="17"/>
          </p:nvPr>
        </p:nvSpPr>
        <p:spPr>
          <a:xfrm>
            <a:off x="371475" y="1376363"/>
            <a:ext cx="3492066" cy="698183"/>
          </a:xfrm>
          <a:solidFill>
            <a:schemeClr val="accent4"/>
          </a:solidFill>
        </p:spPr>
        <p:txBody>
          <a:bodyPr anchor="ctr">
            <a:noAutofit/>
          </a:bodyPr>
          <a:lstStyle>
            <a:lvl1pPr marL="0" indent="0">
              <a:buNone/>
              <a:defRPr sz="1800" b="1">
                <a:solidFill>
                  <a:schemeClr val="bg1"/>
                </a:solidFill>
              </a:defRPr>
            </a:lvl1pPr>
          </a:lstStyle>
          <a:p>
            <a:pPr lvl="0"/>
            <a:endParaRPr lang="en-US" dirty="0"/>
          </a:p>
        </p:txBody>
      </p:sp>
      <p:sp>
        <p:nvSpPr>
          <p:cNvPr id="12" name="Text Placeholder 7">
            <a:extLst>
              <a:ext uri="{FF2B5EF4-FFF2-40B4-BE49-F238E27FC236}">
                <a16:creationId xmlns:a16="http://schemas.microsoft.com/office/drawing/2014/main" xmlns="" id="{7A3BA631-95C7-4A85-A566-29ED6FDE510B}"/>
              </a:ext>
            </a:extLst>
          </p:cNvPr>
          <p:cNvSpPr>
            <a:spLocks noGrp="1"/>
          </p:cNvSpPr>
          <p:nvPr>
            <p:ph type="body" sz="quarter" idx="18" hasCustomPrompt="1"/>
          </p:nvPr>
        </p:nvSpPr>
        <p:spPr>
          <a:xfrm>
            <a:off x="4331711" y="1376363"/>
            <a:ext cx="3492066" cy="698183"/>
          </a:xfrm>
          <a:solidFill>
            <a:schemeClr val="accent5"/>
          </a:solidFill>
        </p:spPr>
        <p:txBody>
          <a:bodyPr anchor="ctr">
            <a:noAutofit/>
          </a:bodyPr>
          <a:lstStyle>
            <a:lvl1pPr marL="0" indent="0">
              <a:buNone/>
              <a:defRPr sz="1800" b="1">
                <a:solidFill>
                  <a:schemeClr val="tx2"/>
                </a:solidFill>
              </a:defRPr>
            </a:lvl1pPr>
          </a:lstStyle>
          <a:p>
            <a:pPr lvl="0"/>
            <a:r>
              <a:rPr lang="en-US" dirty="0"/>
              <a:t>a</a:t>
            </a:r>
            <a:r>
              <a:rPr lang="en-US" dirty="0" smtClean="0"/>
              <a:t>dd </a:t>
            </a:r>
            <a:r>
              <a:rPr lang="en-US" dirty="0"/>
              <a:t>your text</a:t>
            </a:r>
          </a:p>
        </p:txBody>
      </p:sp>
      <p:sp>
        <p:nvSpPr>
          <p:cNvPr id="13" name="Text Placeholder 7">
            <a:extLst>
              <a:ext uri="{FF2B5EF4-FFF2-40B4-BE49-F238E27FC236}">
                <a16:creationId xmlns:a16="http://schemas.microsoft.com/office/drawing/2014/main" xmlns="" id="{44033976-72E0-441B-AEA6-BFD968B96050}"/>
              </a:ext>
            </a:extLst>
          </p:cNvPr>
          <p:cNvSpPr>
            <a:spLocks noGrp="1"/>
          </p:cNvSpPr>
          <p:nvPr>
            <p:ph type="body" sz="quarter" idx="19" hasCustomPrompt="1"/>
          </p:nvPr>
        </p:nvSpPr>
        <p:spPr>
          <a:xfrm>
            <a:off x="8291947" y="1376363"/>
            <a:ext cx="3492066" cy="698183"/>
          </a:xfrm>
          <a:solidFill>
            <a:schemeClr val="accent6"/>
          </a:solidFill>
        </p:spPr>
        <p:txBody>
          <a:bodyPr anchor="ctr">
            <a:noAutofit/>
          </a:bodyPr>
          <a:lstStyle>
            <a:lvl1pPr marL="0" indent="0">
              <a:buNone/>
              <a:defRPr sz="1800" b="1">
                <a:solidFill>
                  <a:schemeClr val="tx2"/>
                </a:solidFill>
              </a:defRPr>
            </a:lvl1pPr>
          </a:lstStyle>
          <a:p>
            <a:pPr lvl="0"/>
            <a:r>
              <a:rPr lang="en-US" dirty="0"/>
              <a:t>a</a:t>
            </a:r>
            <a:r>
              <a:rPr lang="en-US" dirty="0" smtClean="0"/>
              <a:t>dd </a:t>
            </a:r>
            <a:r>
              <a:rPr lang="en-US" dirty="0"/>
              <a:t>your text</a:t>
            </a:r>
          </a:p>
        </p:txBody>
      </p:sp>
      <p:sp>
        <p:nvSpPr>
          <p:cNvPr id="15" name="Rectangle 14">
            <a:extLst>
              <a:ext uri="{FF2B5EF4-FFF2-40B4-BE49-F238E27FC236}">
                <a16:creationId xmlns:a16="http://schemas.microsoft.com/office/drawing/2014/main" xmlns="" id="{5FA9DA53-F066-4573-9774-810500B81B48}"/>
              </a:ext>
            </a:extLst>
          </p:cNvPr>
          <p:cNvSpPr/>
          <p:nvPr userDrawn="1"/>
        </p:nvSpPr>
        <p:spPr>
          <a:xfrm>
            <a:off x="4332550" y="2174244"/>
            <a:ext cx="3491227" cy="3486781"/>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18" name="Content Placeholder 2">
            <a:extLst>
              <a:ext uri="{FF2B5EF4-FFF2-40B4-BE49-F238E27FC236}">
                <a16:creationId xmlns:a16="http://schemas.microsoft.com/office/drawing/2014/main" xmlns="" id="{764BD662-E681-4436-8F46-1D9BE8B5378B}"/>
              </a:ext>
            </a:extLst>
          </p:cNvPr>
          <p:cNvSpPr>
            <a:spLocks noGrp="1"/>
          </p:cNvSpPr>
          <p:nvPr>
            <p:ph sz="half" idx="20" hasCustomPrompt="1"/>
          </p:nvPr>
        </p:nvSpPr>
        <p:spPr>
          <a:xfrm>
            <a:off x="4423894" y="2268065"/>
            <a:ext cx="3308539" cy="3299139"/>
          </a:xfrm>
        </p:spPr>
        <p:txBody>
          <a:bodyPr>
            <a:normAutofit/>
          </a:bodyPr>
          <a:lstStyle>
            <a:lvl1pPr>
              <a:lnSpc>
                <a:spcPct val="120000"/>
              </a:lnSpc>
              <a:spcBef>
                <a:spcPts val="600"/>
              </a:spcBef>
              <a:buClr>
                <a:schemeClr val="accent1"/>
              </a:buClr>
              <a:buSzPct val="80000"/>
              <a:defRPr sz="1600">
                <a:solidFill>
                  <a:schemeClr val="tx2"/>
                </a:solidFill>
              </a:defRPr>
            </a:lvl1pPr>
            <a:lvl2pPr>
              <a:lnSpc>
                <a:spcPct val="120000"/>
              </a:lnSpc>
              <a:spcBef>
                <a:spcPts val="600"/>
              </a:spcBef>
              <a:buClr>
                <a:schemeClr val="accent1"/>
              </a:buClr>
              <a:buSzPct val="80000"/>
              <a:defRPr sz="1400">
                <a:solidFill>
                  <a:schemeClr val="tx2"/>
                </a:solidFill>
              </a:defRPr>
            </a:lvl2pPr>
            <a:lvl3pPr>
              <a:lnSpc>
                <a:spcPct val="120000"/>
              </a:lnSpc>
              <a:spcBef>
                <a:spcPts val="600"/>
              </a:spcBef>
              <a:buClr>
                <a:schemeClr val="accent1"/>
              </a:buClr>
              <a:buSzPct val="80000"/>
              <a:defRPr sz="1200">
                <a:solidFill>
                  <a:schemeClr val="tx2"/>
                </a:solidFill>
              </a:defRPr>
            </a:lvl3pPr>
            <a:lvl4pPr>
              <a:lnSpc>
                <a:spcPct val="120000"/>
              </a:lnSpc>
              <a:spcBef>
                <a:spcPts val="600"/>
              </a:spcBef>
              <a:buClr>
                <a:schemeClr val="accent1"/>
              </a:buClr>
              <a:buSzPct val="80000"/>
              <a:defRPr sz="1000">
                <a:solidFill>
                  <a:schemeClr val="tx2"/>
                </a:solidFill>
              </a:defRPr>
            </a:lvl4pPr>
            <a:lvl5pPr>
              <a:lnSpc>
                <a:spcPct val="120000"/>
              </a:lnSpc>
              <a:spcBef>
                <a:spcPts val="600"/>
              </a:spcBef>
              <a:buClr>
                <a:schemeClr val="accent1"/>
              </a:buClr>
              <a:buSzPct val="80000"/>
              <a:defRPr sz="8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19" name="Rectangle 18">
            <a:extLst>
              <a:ext uri="{FF2B5EF4-FFF2-40B4-BE49-F238E27FC236}">
                <a16:creationId xmlns:a16="http://schemas.microsoft.com/office/drawing/2014/main" xmlns="" id="{79143214-5490-4958-A52E-76A9312641BB}"/>
              </a:ext>
            </a:extLst>
          </p:cNvPr>
          <p:cNvSpPr/>
          <p:nvPr userDrawn="1"/>
        </p:nvSpPr>
        <p:spPr>
          <a:xfrm>
            <a:off x="8292786" y="2174244"/>
            <a:ext cx="3491227" cy="3486781"/>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0" name="Content Placeholder 2">
            <a:extLst>
              <a:ext uri="{FF2B5EF4-FFF2-40B4-BE49-F238E27FC236}">
                <a16:creationId xmlns:a16="http://schemas.microsoft.com/office/drawing/2014/main" xmlns="" id="{99E96C7B-2F02-40FA-897E-E9C76091351A}"/>
              </a:ext>
            </a:extLst>
          </p:cNvPr>
          <p:cNvSpPr>
            <a:spLocks noGrp="1"/>
          </p:cNvSpPr>
          <p:nvPr>
            <p:ph sz="half" idx="21" hasCustomPrompt="1"/>
          </p:nvPr>
        </p:nvSpPr>
        <p:spPr>
          <a:xfrm>
            <a:off x="8384130" y="2268065"/>
            <a:ext cx="3308539" cy="3299139"/>
          </a:xfrm>
        </p:spPr>
        <p:txBody>
          <a:bodyPr>
            <a:normAutofit/>
          </a:bodyPr>
          <a:lstStyle>
            <a:lvl1pPr>
              <a:lnSpc>
                <a:spcPct val="120000"/>
              </a:lnSpc>
              <a:spcBef>
                <a:spcPts val="600"/>
              </a:spcBef>
              <a:buClr>
                <a:schemeClr val="accent1"/>
              </a:buClr>
              <a:buSzPct val="80000"/>
              <a:defRPr sz="1600">
                <a:solidFill>
                  <a:schemeClr val="tx2"/>
                </a:solidFill>
              </a:defRPr>
            </a:lvl1pPr>
            <a:lvl2pPr>
              <a:lnSpc>
                <a:spcPct val="120000"/>
              </a:lnSpc>
              <a:spcBef>
                <a:spcPts val="600"/>
              </a:spcBef>
              <a:buClr>
                <a:schemeClr val="accent1"/>
              </a:buClr>
              <a:buSzPct val="80000"/>
              <a:defRPr sz="1400">
                <a:solidFill>
                  <a:schemeClr val="tx2"/>
                </a:solidFill>
              </a:defRPr>
            </a:lvl2pPr>
            <a:lvl3pPr>
              <a:lnSpc>
                <a:spcPct val="120000"/>
              </a:lnSpc>
              <a:spcBef>
                <a:spcPts val="600"/>
              </a:spcBef>
              <a:buClr>
                <a:schemeClr val="accent1"/>
              </a:buClr>
              <a:buSzPct val="80000"/>
              <a:defRPr sz="1200">
                <a:solidFill>
                  <a:schemeClr val="tx2"/>
                </a:solidFill>
              </a:defRPr>
            </a:lvl3pPr>
            <a:lvl4pPr>
              <a:lnSpc>
                <a:spcPct val="120000"/>
              </a:lnSpc>
              <a:spcBef>
                <a:spcPts val="600"/>
              </a:spcBef>
              <a:buClr>
                <a:schemeClr val="accent1"/>
              </a:buClr>
              <a:buSzPct val="80000"/>
              <a:defRPr sz="1000">
                <a:solidFill>
                  <a:schemeClr val="tx2"/>
                </a:solidFill>
              </a:defRPr>
            </a:lvl4pPr>
            <a:lvl5pPr>
              <a:lnSpc>
                <a:spcPct val="120000"/>
              </a:lnSpc>
              <a:spcBef>
                <a:spcPts val="600"/>
              </a:spcBef>
              <a:buClr>
                <a:schemeClr val="accent1"/>
              </a:buClr>
              <a:buSzPct val="80000"/>
              <a:defRPr sz="8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sp>
        <p:nvSpPr>
          <p:cNvPr id="5" name="flSlideMaster.2_Layout 3x1 with Headings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555842765"/>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with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9BB895-2ED0-45F7-9AFC-CD4C8D598A31}"/>
              </a:ext>
            </a:extLst>
          </p:cNvPr>
          <p:cNvSpPr>
            <a:spLocks noGrp="1"/>
          </p:cNvSpPr>
          <p:nvPr>
            <p:ph type="title" hasCustomPrompt="1"/>
          </p:nvPr>
        </p:nvSpPr>
        <p:spPr>
          <a:xfrm>
            <a:off x="371475" y="379413"/>
            <a:ext cx="11412538" cy="709612"/>
          </a:xfrm>
        </p:spPr>
        <p:txBody>
          <a:bodyPr/>
          <a:lstStyle>
            <a:lvl1pPr>
              <a:defRPr/>
            </a:lvl1pPr>
          </a:lstStyle>
          <a:p>
            <a:r>
              <a:rPr lang="en-US" dirty="0"/>
              <a:t>a</a:t>
            </a:r>
            <a:r>
              <a:rPr lang="en-US" dirty="0" smtClean="0"/>
              <a:t>dd </a:t>
            </a:r>
            <a:r>
              <a:rPr lang="en-US" dirty="0"/>
              <a:t>your title</a:t>
            </a:r>
            <a:endParaRPr lang="en-IN" dirty="0"/>
          </a:p>
        </p:txBody>
      </p:sp>
      <p:sp>
        <p:nvSpPr>
          <p:cNvPr id="3" name="Footer Placeholder 2">
            <a:extLst>
              <a:ext uri="{FF2B5EF4-FFF2-40B4-BE49-F238E27FC236}">
                <a16:creationId xmlns:a16="http://schemas.microsoft.com/office/drawing/2014/main" xmlns="" id="{899BF8EF-78CF-4BC3-B180-B4205ECAE4C0}"/>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2100F8C-E465-40A9-BC98-301C380D24F4}"/>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6" name="Chart Placeholder 5">
            <a:extLst>
              <a:ext uri="{FF2B5EF4-FFF2-40B4-BE49-F238E27FC236}">
                <a16:creationId xmlns:a16="http://schemas.microsoft.com/office/drawing/2014/main" xmlns="" id="{1C2B7E71-A7CD-4E11-85CB-F67B2F5289F7}"/>
              </a:ext>
            </a:extLst>
          </p:cNvPr>
          <p:cNvSpPr>
            <a:spLocks noGrp="1"/>
          </p:cNvSpPr>
          <p:nvPr>
            <p:ph type="chart" sz="quarter" idx="12" hasCustomPrompt="1"/>
          </p:nvPr>
        </p:nvSpPr>
        <p:spPr>
          <a:xfrm>
            <a:off x="371475" y="1376364"/>
            <a:ext cx="4703618" cy="4284662"/>
          </a:xfrm>
        </p:spPr>
        <p:txBody>
          <a:bodyPr/>
          <a:lstStyle>
            <a:lvl1pPr marL="0" indent="0" algn="ctr">
              <a:buNone/>
              <a:defRPr>
                <a:solidFill>
                  <a:schemeClr val="tx2"/>
                </a:solidFill>
              </a:defRPr>
            </a:lvl1pPr>
          </a:lstStyle>
          <a:p>
            <a:r>
              <a:rPr lang="en-US" dirty="0"/>
              <a:t>c</a:t>
            </a:r>
            <a:r>
              <a:rPr lang="en-US" dirty="0" smtClean="0"/>
              <a:t>lick </a:t>
            </a:r>
            <a:r>
              <a:rPr lang="en-US" dirty="0"/>
              <a:t>icon to add chart</a:t>
            </a:r>
            <a:endParaRPr lang="en-IN" dirty="0"/>
          </a:p>
        </p:txBody>
      </p:sp>
      <p:sp>
        <p:nvSpPr>
          <p:cNvPr id="8" name="Content Placeholder 7">
            <a:extLst>
              <a:ext uri="{FF2B5EF4-FFF2-40B4-BE49-F238E27FC236}">
                <a16:creationId xmlns:a16="http://schemas.microsoft.com/office/drawing/2014/main" xmlns="" id="{17A8C521-24D6-405F-9109-5A2896C51248}"/>
              </a:ext>
            </a:extLst>
          </p:cNvPr>
          <p:cNvSpPr>
            <a:spLocks noGrp="1"/>
          </p:cNvSpPr>
          <p:nvPr>
            <p:ph sz="quarter" idx="13" hasCustomPrompt="1"/>
          </p:nvPr>
        </p:nvSpPr>
        <p:spPr>
          <a:xfrm>
            <a:off x="5591175" y="1376364"/>
            <a:ext cx="6192838" cy="4284662"/>
          </a:xfrm>
        </p:spPr>
        <p:txBody>
          <a:bodyPr>
            <a:normAutofit/>
          </a:bodyPr>
          <a:lstStyle>
            <a:lvl1pPr>
              <a:spcBef>
                <a:spcPts val="600"/>
              </a:spcBef>
              <a:buClr>
                <a:schemeClr val="accent1"/>
              </a:buClr>
              <a:buSzPct val="80000"/>
              <a:defRPr sz="2000">
                <a:solidFill>
                  <a:schemeClr val="tx2"/>
                </a:solidFill>
              </a:defRPr>
            </a:lvl1pPr>
            <a:lvl2pPr>
              <a:spcBef>
                <a:spcPts val="600"/>
              </a:spcBef>
              <a:buClr>
                <a:schemeClr val="accent1"/>
              </a:buClr>
              <a:buSzPct val="80000"/>
              <a:defRPr sz="1800">
                <a:solidFill>
                  <a:schemeClr val="tx2"/>
                </a:solidFill>
              </a:defRPr>
            </a:lvl2pPr>
            <a:lvl3pPr>
              <a:spcBef>
                <a:spcPts val="600"/>
              </a:spcBef>
              <a:buClr>
                <a:schemeClr val="accent1"/>
              </a:buClr>
              <a:buSzPct val="80000"/>
              <a:defRPr sz="1600">
                <a:solidFill>
                  <a:schemeClr val="tx2"/>
                </a:solidFill>
              </a:defRPr>
            </a:lvl3pPr>
            <a:lvl4pPr>
              <a:spcBef>
                <a:spcPts val="600"/>
              </a:spcBef>
              <a:buClr>
                <a:schemeClr val="accent1"/>
              </a:buClr>
              <a:buSzPct val="80000"/>
              <a:defRPr sz="1050">
                <a:solidFill>
                  <a:schemeClr val="tx2"/>
                </a:solidFill>
              </a:defRPr>
            </a:lvl4pPr>
            <a:lvl5pPr>
              <a:spcBef>
                <a:spcPts val="600"/>
              </a:spcBef>
              <a:buClr>
                <a:schemeClr val="accent1"/>
              </a:buClr>
              <a:buSzPct val="80000"/>
              <a:defRPr sz="900">
                <a:solidFill>
                  <a:schemeClr val="tx2"/>
                </a:solidFill>
              </a:defRPr>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cxnSp>
        <p:nvCxnSpPr>
          <p:cNvPr id="9" name="Straight Connector 8">
            <a:extLst>
              <a:ext uri="{FF2B5EF4-FFF2-40B4-BE49-F238E27FC236}">
                <a16:creationId xmlns:a16="http://schemas.microsoft.com/office/drawing/2014/main" xmlns="" id="{44BFE557-5743-451F-B3D6-DFE821017F61}"/>
              </a:ext>
            </a:extLst>
          </p:cNvPr>
          <p:cNvCxnSpPr/>
          <p:nvPr userDrawn="1"/>
        </p:nvCxnSpPr>
        <p:spPr>
          <a:xfrm>
            <a:off x="5333134" y="1376364"/>
            <a:ext cx="0" cy="42846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flSlideMaster.Slide with graph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62890819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ide with graph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9BB895-2ED0-45F7-9AFC-CD4C8D598A31}"/>
              </a:ext>
            </a:extLst>
          </p:cNvPr>
          <p:cNvSpPr>
            <a:spLocks noGrp="1"/>
          </p:cNvSpPr>
          <p:nvPr>
            <p:ph type="title" hasCustomPrompt="1"/>
          </p:nvPr>
        </p:nvSpPr>
        <p:spPr>
          <a:xfrm>
            <a:off x="371475" y="379413"/>
            <a:ext cx="11412538" cy="709612"/>
          </a:xfrm>
        </p:spPr>
        <p:txBody>
          <a:bodyPr/>
          <a:lstStyle>
            <a:lvl1pPr>
              <a:defRPr/>
            </a:lvl1pPr>
          </a:lstStyle>
          <a:p>
            <a:r>
              <a:rPr lang="en-US" dirty="0"/>
              <a:t>a</a:t>
            </a:r>
            <a:r>
              <a:rPr lang="en-US" dirty="0" smtClean="0"/>
              <a:t>dd </a:t>
            </a:r>
            <a:r>
              <a:rPr lang="en-US" dirty="0"/>
              <a:t>your title</a:t>
            </a:r>
            <a:endParaRPr lang="en-IN" dirty="0"/>
          </a:p>
        </p:txBody>
      </p:sp>
      <p:sp>
        <p:nvSpPr>
          <p:cNvPr id="3" name="Footer Placeholder 2">
            <a:extLst>
              <a:ext uri="{FF2B5EF4-FFF2-40B4-BE49-F238E27FC236}">
                <a16:creationId xmlns:a16="http://schemas.microsoft.com/office/drawing/2014/main" xmlns="" id="{899BF8EF-78CF-4BC3-B180-B4205ECAE4C0}"/>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2100F8C-E465-40A9-BC98-301C380D24F4}"/>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6" name="Chart Placeholder 5">
            <a:extLst>
              <a:ext uri="{FF2B5EF4-FFF2-40B4-BE49-F238E27FC236}">
                <a16:creationId xmlns:a16="http://schemas.microsoft.com/office/drawing/2014/main" xmlns="" id="{1C2B7E71-A7CD-4E11-85CB-F67B2F5289F7}"/>
              </a:ext>
            </a:extLst>
          </p:cNvPr>
          <p:cNvSpPr>
            <a:spLocks noGrp="1"/>
          </p:cNvSpPr>
          <p:nvPr>
            <p:ph type="chart" sz="quarter" idx="12" hasCustomPrompt="1"/>
          </p:nvPr>
        </p:nvSpPr>
        <p:spPr>
          <a:xfrm>
            <a:off x="371474" y="1376364"/>
            <a:ext cx="5153025" cy="4284662"/>
          </a:xfrm>
        </p:spPr>
        <p:txBody>
          <a:bodyPr/>
          <a:lstStyle>
            <a:lvl1pPr marL="0" indent="0" algn="ctr">
              <a:buNone/>
              <a:defRPr>
                <a:solidFill>
                  <a:schemeClr val="tx2"/>
                </a:solidFill>
              </a:defRPr>
            </a:lvl1pPr>
          </a:lstStyle>
          <a:p>
            <a:r>
              <a:rPr lang="en-IN" dirty="0"/>
              <a:t>g</a:t>
            </a:r>
            <a:r>
              <a:rPr lang="en-IN" dirty="0" smtClean="0"/>
              <a:t>raph</a:t>
            </a:r>
            <a:endParaRPr lang="en-IN" dirty="0"/>
          </a:p>
        </p:txBody>
      </p:sp>
      <p:sp>
        <p:nvSpPr>
          <p:cNvPr id="7" name="Chart Placeholder 6">
            <a:extLst>
              <a:ext uri="{FF2B5EF4-FFF2-40B4-BE49-F238E27FC236}">
                <a16:creationId xmlns:a16="http://schemas.microsoft.com/office/drawing/2014/main" xmlns="" id="{C6F261E0-CFF5-4041-8C4B-AEE373244D02}"/>
              </a:ext>
            </a:extLst>
          </p:cNvPr>
          <p:cNvSpPr>
            <a:spLocks noGrp="1"/>
          </p:cNvSpPr>
          <p:nvPr>
            <p:ph type="chart" sz="quarter" idx="13" hasCustomPrompt="1"/>
          </p:nvPr>
        </p:nvSpPr>
        <p:spPr>
          <a:xfrm>
            <a:off x="6632413" y="1376364"/>
            <a:ext cx="5151600" cy="4284662"/>
          </a:xfrm>
        </p:spPr>
        <p:txBody>
          <a:bodyPr/>
          <a:lstStyle>
            <a:lvl1pPr marL="0" indent="0" algn="ctr">
              <a:buNone/>
              <a:defRPr>
                <a:solidFill>
                  <a:schemeClr val="tx2"/>
                </a:solidFill>
              </a:defRPr>
            </a:lvl1pPr>
          </a:lstStyle>
          <a:p>
            <a:r>
              <a:rPr lang="en-US" dirty="0"/>
              <a:t>c</a:t>
            </a:r>
            <a:r>
              <a:rPr lang="en-US" dirty="0" smtClean="0"/>
              <a:t>lick </a:t>
            </a:r>
            <a:r>
              <a:rPr lang="en-US" dirty="0"/>
              <a:t>icon to add chart</a:t>
            </a:r>
            <a:endParaRPr lang="en-IN" dirty="0"/>
          </a:p>
        </p:txBody>
      </p:sp>
      <p:cxnSp>
        <p:nvCxnSpPr>
          <p:cNvPr id="9" name="Straight Connector 8">
            <a:extLst>
              <a:ext uri="{FF2B5EF4-FFF2-40B4-BE49-F238E27FC236}">
                <a16:creationId xmlns:a16="http://schemas.microsoft.com/office/drawing/2014/main" xmlns="" id="{1FFAA454-8515-4B90-BA45-035E4B168BED}"/>
              </a:ext>
            </a:extLst>
          </p:cNvPr>
          <p:cNvCxnSpPr/>
          <p:nvPr userDrawn="1"/>
        </p:nvCxnSpPr>
        <p:spPr>
          <a:xfrm>
            <a:off x="6096000" y="1376364"/>
            <a:ext cx="0" cy="42846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flSlideMaster.Slide with graph &amp; char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806641683"/>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Tabl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7" name="Table Placeholder 6">
            <a:extLst>
              <a:ext uri="{FF2B5EF4-FFF2-40B4-BE49-F238E27FC236}">
                <a16:creationId xmlns:a16="http://schemas.microsoft.com/office/drawing/2014/main" xmlns="" id="{FC39771B-BB38-4F6C-8428-1DD19948486B}"/>
              </a:ext>
            </a:extLst>
          </p:cNvPr>
          <p:cNvSpPr>
            <a:spLocks noGrp="1"/>
          </p:cNvSpPr>
          <p:nvPr>
            <p:ph type="tbl" sz="quarter" idx="12" hasCustomPrompt="1"/>
          </p:nvPr>
        </p:nvSpPr>
        <p:spPr>
          <a:xfrm>
            <a:off x="371476" y="1376363"/>
            <a:ext cx="11412537" cy="4284662"/>
          </a:xfrm>
        </p:spPr>
        <p:txBody>
          <a:bodyPr/>
          <a:lstStyle>
            <a:lvl1pPr>
              <a:defRPr>
                <a:solidFill>
                  <a:schemeClr val="tx2"/>
                </a:solidFill>
              </a:defRPr>
            </a:lvl1pPr>
          </a:lstStyle>
          <a:p>
            <a:r>
              <a:rPr lang="en-US" dirty="0" smtClean="0"/>
              <a:t>click </a:t>
            </a:r>
            <a:r>
              <a:rPr lang="en-US" dirty="0"/>
              <a:t>icon to add table</a:t>
            </a:r>
            <a:endParaRPr lang="en-IN" dirty="0"/>
          </a:p>
        </p:txBody>
      </p:sp>
      <p:sp>
        <p:nvSpPr>
          <p:cNvPr id="5" name="flSlideMaster.Title &amp; Table 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157114835"/>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nnel Slide">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xmlns="" id="{ED9A84D5-9EB5-4AD6-9AA1-E9D7729F5414}"/>
              </a:ext>
            </a:extLst>
          </p:cNvPr>
          <p:cNvCxnSpPr>
            <a:cxnSpLocks/>
          </p:cNvCxnSpPr>
          <p:nvPr userDrawn="1"/>
        </p:nvCxnSpPr>
        <p:spPr>
          <a:xfrm>
            <a:off x="371475" y="2673627"/>
            <a:ext cx="10108165"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to edit master 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8" name="Trapezoid 7">
            <a:extLst>
              <a:ext uri="{FF2B5EF4-FFF2-40B4-BE49-F238E27FC236}">
                <a16:creationId xmlns:a16="http://schemas.microsoft.com/office/drawing/2014/main" xmlns="" id="{7927FAC5-26CC-46EF-B631-4BEAA16D682B}"/>
              </a:ext>
            </a:extLst>
          </p:cNvPr>
          <p:cNvSpPr/>
          <p:nvPr/>
        </p:nvSpPr>
        <p:spPr>
          <a:xfrm rot="10800000">
            <a:off x="2428875" y="1376364"/>
            <a:ext cx="5257301" cy="1291559"/>
          </a:xfrm>
          <a:prstGeom prst="trapezoid">
            <a:avLst>
              <a:gd name="adj" fmla="val 52303"/>
            </a:avLst>
          </a:prstGeom>
          <a:solidFill>
            <a:schemeClr val="accent4"/>
          </a:solidFill>
          <a:ln>
            <a:noFill/>
          </a:ln>
        </p:spPr>
        <p:style>
          <a:lnRef idx="3">
            <a:schemeClr val="lt1">
              <a:hueOff val="0"/>
              <a:satOff val="0"/>
              <a:lumOff val="0"/>
              <a:alphaOff val="0"/>
            </a:schemeClr>
          </a:lnRef>
          <a:fillRef idx="1">
            <a:scrgbClr r="0" g="0" b="0"/>
          </a:fillRef>
          <a:effectRef idx="1">
            <a:schemeClr val="accent2">
              <a:hueOff val="0"/>
              <a:satOff val="0"/>
              <a:lumOff val="0"/>
              <a:alphaOff val="0"/>
            </a:schemeClr>
          </a:effectRef>
          <a:fontRef idx="minor">
            <a:schemeClr val="lt1"/>
          </a:fontRef>
        </p:style>
        <p:txBody>
          <a:bodyPr/>
          <a:lstStyle/>
          <a:p>
            <a:endParaRPr lang="en-US" dirty="0">
              <a:solidFill>
                <a:srgbClr val="FFFFFF"/>
              </a:solidFill>
            </a:endParaRPr>
          </a:p>
        </p:txBody>
      </p:sp>
      <p:sp>
        <p:nvSpPr>
          <p:cNvPr id="11" name="Trapezoid 10">
            <a:extLst>
              <a:ext uri="{FF2B5EF4-FFF2-40B4-BE49-F238E27FC236}">
                <a16:creationId xmlns:a16="http://schemas.microsoft.com/office/drawing/2014/main" xmlns="" id="{E9E1CBD8-CEA1-4B12-B57A-CC25550FA54C}"/>
              </a:ext>
            </a:extLst>
          </p:cNvPr>
          <p:cNvSpPr/>
          <p:nvPr/>
        </p:nvSpPr>
        <p:spPr>
          <a:xfrm rot="10800000">
            <a:off x="3108960" y="2684857"/>
            <a:ext cx="3901439" cy="1472260"/>
          </a:xfrm>
          <a:prstGeom prst="trapezoid">
            <a:avLst>
              <a:gd name="adj" fmla="val 52303"/>
            </a:avLst>
          </a:prstGeom>
          <a:solidFill>
            <a:schemeClr val="accent5"/>
          </a:solidFill>
          <a:ln>
            <a:noFill/>
          </a:ln>
        </p:spPr>
        <p:style>
          <a:lnRef idx="3">
            <a:schemeClr val="lt1">
              <a:hueOff val="0"/>
              <a:satOff val="0"/>
              <a:lumOff val="0"/>
              <a:alphaOff val="0"/>
            </a:schemeClr>
          </a:lnRef>
          <a:fillRef idx="1">
            <a:scrgbClr r="0" g="0" b="0"/>
          </a:fillRef>
          <a:effectRef idx="1">
            <a:schemeClr val="accent3">
              <a:hueOff val="0"/>
              <a:satOff val="0"/>
              <a:lumOff val="0"/>
              <a:alphaOff val="0"/>
            </a:schemeClr>
          </a:effectRef>
          <a:fontRef idx="minor">
            <a:schemeClr val="lt1"/>
          </a:fontRef>
        </p:style>
        <p:txBody>
          <a:bodyPr/>
          <a:lstStyle/>
          <a:p>
            <a:endParaRPr lang="en-IN" dirty="0">
              <a:solidFill>
                <a:srgbClr val="FFFFFF"/>
              </a:solidFill>
            </a:endParaRPr>
          </a:p>
        </p:txBody>
      </p:sp>
      <p:sp>
        <p:nvSpPr>
          <p:cNvPr id="14" name="Trapezoid 13">
            <a:extLst>
              <a:ext uri="{FF2B5EF4-FFF2-40B4-BE49-F238E27FC236}">
                <a16:creationId xmlns:a16="http://schemas.microsoft.com/office/drawing/2014/main" xmlns="" id="{DA38144F-5695-4C0F-B20A-437A71303DF5}"/>
              </a:ext>
            </a:extLst>
          </p:cNvPr>
          <p:cNvSpPr/>
          <p:nvPr/>
        </p:nvSpPr>
        <p:spPr>
          <a:xfrm rot="10800000">
            <a:off x="3870959" y="4174052"/>
            <a:ext cx="2367280" cy="1083750"/>
          </a:xfrm>
          <a:prstGeom prst="trapezoid">
            <a:avLst>
              <a:gd name="adj" fmla="val 50611"/>
            </a:avLst>
          </a:prstGeom>
          <a:solidFill>
            <a:schemeClr val="accent6"/>
          </a:solidFill>
          <a:ln>
            <a:noFill/>
          </a:ln>
        </p:spPr>
        <p:style>
          <a:lnRef idx="3">
            <a:schemeClr val="lt1">
              <a:hueOff val="0"/>
              <a:satOff val="0"/>
              <a:lumOff val="0"/>
              <a:alphaOff val="0"/>
            </a:schemeClr>
          </a:lnRef>
          <a:fillRef idx="1">
            <a:scrgbClr r="0" g="0" b="0"/>
          </a:fillRef>
          <a:effectRef idx="1">
            <a:schemeClr val="accent4">
              <a:hueOff val="0"/>
              <a:satOff val="0"/>
              <a:lumOff val="0"/>
              <a:alphaOff val="0"/>
            </a:schemeClr>
          </a:effectRef>
          <a:fontRef idx="minor">
            <a:schemeClr val="lt1"/>
          </a:fontRef>
        </p:style>
      </p:sp>
      <p:cxnSp>
        <p:nvCxnSpPr>
          <p:cNvPr id="19" name="Straight Connector 18">
            <a:extLst>
              <a:ext uri="{FF2B5EF4-FFF2-40B4-BE49-F238E27FC236}">
                <a16:creationId xmlns:a16="http://schemas.microsoft.com/office/drawing/2014/main" xmlns="" id="{442EEC91-986E-4A91-824B-007EC8824413}"/>
              </a:ext>
            </a:extLst>
          </p:cNvPr>
          <p:cNvCxnSpPr>
            <a:cxnSpLocks/>
          </p:cNvCxnSpPr>
          <p:nvPr userDrawn="1"/>
        </p:nvCxnSpPr>
        <p:spPr>
          <a:xfrm>
            <a:off x="371475" y="4157119"/>
            <a:ext cx="10108165" cy="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xmlns="" id="{C5ED3265-96A8-4FA2-A795-5BFF442B1C9B}"/>
              </a:ext>
            </a:extLst>
          </p:cNvPr>
          <p:cNvSpPr>
            <a:spLocks noGrp="1"/>
          </p:cNvSpPr>
          <p:nvPr>
            <p:ph type="body" sz="quarter" idx="12" hasCustomPrompt="1"/>
          </p:nvPr>
        </p:nvSpPr>
        <p:spPr>
          <a:xfrm>
            <a:off x="2707272" y="1473200"/>
            <a:ext cx="4704182" cy="1098550"/>
          </a:xfrm>
        </p:spPr>
        <p:txBody>
          <a:bodyPr anchor="ctr">
            <a:noAutofit/>
          </a:bodyPr>
          <a:lstStyle>
            <a:lvl1pPr marL="0" indent="0" algn="ctr">
              <a:buNone/>
              <a:defRPr sz="1200">
                <a:solidFill>
                  <a:schemeClr val="bg1"/>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Add your text here</a:t>
            </a:r>
            <a:endParaRPr lang="en-IN" dirty="0"/>
          </a:p>
        </p:txBody>
      </p:sp>
      <p:sp>
        <p:nvSpPr>
          <p:cNvPr id="23" name="Text Placeholder 21">
            <a:extLst>
              <a:ext uri="{FF2B5EF4-FFF2-40B4-BE49-F238E27FC236}">
                <a16:creationId xmlns:a16="http://schemas.microsoft.com/office/drawing/2014/main" xmlns="" id="{17704174-062B-4FDB-A388-86E36D22274B}"/>
              </a:ext>
            </a:extLst>
          </p:cNvPr>
          <p:cNvSpPr>
            <a:spLocks noGrp="1"/>
          </p:cNvSpPr>
          <p:nvPr>
            <p:ph type="body" sz="quarter" idx="13" hasCustomPrompt="1"/>
          </p:nvPr>
        </p:nvSpPr>
        <p:spPr>
          <a:xfrm>
            <a:off x="3576163" y="2758607"/>
            <a:ext cx="2956872" cy="1324760"/>
          </a:xfrm>
        </p:spPr>
        <p:txBody>
          <a:bodyPr anchor="ctr">
            <a:noAutofit/>
          </a:bodyPr>
          <a:lstStyle>
            <a:lvl1pPr marL="0" indent="0" algn="ctr">
              <a:buNone/>
              <a:defRPr sz="1200">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Add your text here</a:t>
            </a:r>
            <a:endParaRPr lang="en-IN" dirty="0"/>
          </a:p>
        </p:txBody>
      </p:sp>
      <p:sp>
        <p:nvSpPr>
          <p:cNvPr id="24" name="Text Placeholder 21">
            <a:extLst>
              <a:ext uri="{FF2B5EF4-FFF2-40B4-BE49-F238E27FC236}">
                <a16:creationId xmlns:a16="http://schemas.microsoft.com/office/drawing/2014/main" xmlns="" id="{11D25E31-74D2-453D-BB88-FB9252BDE0CA}"/>
              </a:ext>
            </a:extLst>
          </p:cNvPr>
          <p:cNvSpPr>
            <a:spLocks noGrp="1"/>
          </p:cNvSpPr>
          <p:nvPr>
            <p:ph type="body" sz="quarter" idx="14" hasCustomPrompt="1"/>
          </p:nvPr>
        </p:nvSpPr>
        <p:spPr>
          <a:xfrm>
            <a:off x="4246156" y="4212968"/>
            <a:ext cx="1616885" cy="1094843"/>
          </a:xfrm>
        </p:spPr>
        <p:txBody>
          <a:bodyPr anchor="ctr">
            <a:noAutofit/>
          </a:bodyPr>
          <a:lstStyle>
            <a:lvl1pPr marL="0" indent="0" algn="ctr">
              <a:buNone/>
              <a:defRPr sz="1200">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Add your text here</a:t>
            </a:r>
            <a:endParaRPr lang="en-IN" dirty="0"/>
          </a:p>
        </p:txBody>
      </p:sp>
      <p:sp>
        <p:nvSpPr>
          <p:cNvPr id="25" name="Text Placeholder 21">
            <a:extLst>
              <a:ext uri="{FF2B5EF4-FFF2-40B4-BE49-F238E27FC236}">
                <a16:creationId xmlns:a16="http://schemas.microsoft.com/office/drawing/2014/main" xmlns="" id="{41220282-C81B-4F83-A31B-FD827B77D9D8}"/>
              </a:ext>
            </a:extLst>
          </p:cNvPr>
          <p:cNvSpPr>
            <a:spLocks noGrp="1"/>
          </p:cNvSpPr>
          <p:nvPr>
            <p:ph type="body" sz="quarter" idx="15" hasCustomPrompt="1"/>
          </p:nvPr>
        </p:nvSpPr>
        <p:spPr>
          <a:xfrm>
            <a:off x="371475" y="1473200"/>
            <a:ext cx="2057400" cy="1098550"/>
          </a:xfrm>
        </p:spPr>
        <p:txBody>
          <a:bodyPr anchor="ctr">
            <a:noAutofit/>
          </a:bodyPr>
          <a:lstStyle>
            <a:lvl1pPr marL="0" indent="0" algn="r">
              <a:buNone/>
              <a:defRPr sz="1600" b="1">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XXXX</a:t>
            </a:r>
            <a:endParaRPr lang="en-IN" dirty="0"/>
          </a:p>
        </p:txBody>
      </p:sp>
      <p:sp>
        <p:nvSpPr>
          <p:cNvPr id="26" name="Text Placeholder 21">
            <a:extLst>
              <a:ext uri="{FF2B5EF4-FFF2-40B4-BE49-F238E27FC236}">
                <a16:creationId xmlns:a16="http://schemas.microsoft.com/office/drawing/2014/main" xmlns="" id="{8257419F-A1DE-4F84-8801-CBC2EC8325A5}"/>
              </a:ext>
            </a:extLst>
          </p:cNvPr>
          <p:cNvSpPr>
            <a:spLocks noGrp="1"/>
          </p:cNvSpPr>
          <p:nvPr>
            <p:ph type="body" sz="quarter" idx="16" hasCustomPrompt="1"/>
          </p:nvPr>
        </p:nvSpPr>
        <p:spPr>
          <a:xfrm>
            <a:off x="371475" y="2879725"/>
            <a:ext cx="2854610" cy="1098550"/>
          </a:xfrm>
        </p:spPr>
        <p:txBody>
          <a:bodyPr anchor="ctr">
            <a:noAutofit/>
          </a:bodyPr>
          <a:lstStyle>
            <a:lvl1pPr marL="0" indent="0" algn="r">
              <a:buNone/>
              <a:defRPr sz="1600" b="1">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XXXX</a:t>
            </a:r>
            <a:endParaRPr lang="en-IN" dirty="0"/>
          </a:p>
        </p:txBody>
      </p:sp>
      <p:sp>
        <p:nvSpPr>
          <p:cNvPr id="27" name="Text Placeholder 21">
            <a:extLst>
              <a:ext uri="{FF2B5EF4-FFF2-40B4-BE49-F238E27FC236}">
                <a16:creationId xmlns:a16="http://schemas.microsoft.com/office/drawing/2014/main" xmlns="" id="{7372A1AE-B789-44F6-B11A-8ADF17CA56FC}"/>
              </a:ext>
            </a:extLst>
          </p:cNvPr>
          <p:cNvSpPr>
            <a:spLocks noGrp="1"/>
          </p:cNvSpPr>
          <p:nvPr>
            <p:ph type="body" sz="quarter" idx="17" hasCustomPrompt="1"/>
          </p:nvPr>
        </p:nvSpPr>
        <p:spPr>
          <a:xfrm>
            <a:off x="371474" y="4212968"/>
            <a:ext cx="3499483" cy="1098550"/>
          </a:xfrm>
        </p:spPr>
        <p:txBody>
          <a:bodyPr anchor="ctr">
            <a:noAutofit/>
          </a:bodyPr>
          <a:lstStyle>
            <a:lvl1pPr marL="0" indent="0" algn="r">
              <a:buNone/>
              <a:defRPr sz="1600" b="1">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XXXX</a:t>
            </a:r>
            <a:endParaRPr lang="en-IN" dirty="0"/>
          </a:p>
        </p:txBody>
      </p:sp>
      <p:sp>
        <p:nvSpPr>
          <p:cNvPr id="20" name="Rectangle 19">
            <a:extLst>
              <a:ext uri="{FF2B5EF4-FFF2-40B4-BE49-F238E27FC236}">
                <a16:creationId xmlns:a16="http://schemas.microsoft.com/office/drawing/2014/main" xmlns="" id="{ED2C3AC2-27F7-4879-93B2-3B55C836AAA0}"/>
              </a:ext>
            </a:extLst>
          </p:cNvPr>
          <p:cNvSpPr/>
          <p:nvPr userDrawn="1"/>
        </p:nvSpPr>
        <p:spPr>
          <a:xfrm>
            <a:off x="3504094" y="5264609"/>
            <a:ext cx="3101008" cy="403222"/>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8" name="Text Placeholder 21">
            <a:extLst>
              <a:ext uri="{FF2B5EF4-FFF2-40B4-BE49-F238E27FC236}">
                <a16:creationId xmlns:a16="http://schemas.microsoft.com/office/drawing/2014/main" xmlns="" id="{FAD1F6E2-36C3-4D40-9328-5A62A6FEDFCF}"/>
              </a:ext>
            </a:extLst>
          </p:cNvPr>
          <p:cNvSpPr>
            <a:spLocks noGrp="1"/>
          </p:cNvSpPr>
          <p:nvPr>
            <p:ph type="body" sz="quarter" idx="18" hasCustomPrompt="1"/>
          </p:nvPr>
        </p:nvSpPr>
        <p:spPr>
          <a:xfrm>
            <a:off x="3627293" y="5308772"/>
            <a:ext cx="2854610" cy="314896"/>
          </a:xfrm>
        </p:spPr>
        <p:txBody>
          <a:bodyPr anchor="ctr">
            <a:noAutofit/>
          </a:bodyPr>
          <a:lstStyle>
            <a:lvl1pPr marL="0" indent="0" algn="ctr">
              <a:buNone/>
              <a:defRPr sz="1400" b="1">
                <a:solidFill>
                  <a:schemeClr val="bg1"/>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XXXX</a:t>
            </a:r>
            <a:endParaRPr lang="en-IN" dirty="0"/>
          </a:p>
        </p:txBody>
      </p:sp>
      <p:sp>
        <p:nvSpPr>
          <p:cNvPr id="29" name="Text Placeholder 21">
            <a:extLst>
              <a:ext uri="{FF2B5EF4-FFF2-40B4-BE49-F238E27FC236}">
                <a16:creationId xmlns:a16="http://schemas.microsoft.com/office/drawing/2014/main" xmlns="" id="{2838269B-0D19-4156-A73E-B8CEC5DAFCB7}"/>
              </a:ext>
            </a:extLst>
          </p:cNvPr>
          <p:cNvSpPr>
            <a:spLocks noGrp="1"/>
          </p:cNvSpPr>
          <p:nvPr>
            <p:ph type="body" sz="quarter" idx="19" hasCustomPrompt="1"/>
          </p:nvPr>
        </p:nvSpPr>
        <p:spPr>
          <a:xfrm>
            <a:off x="7686177" y="1473200"/>
            <a:ext cx="2793463" cy="1098550"/>
          </a:xfrm>
        </p:spPr>
        <p:txBody>
          <a:bodyPr anchor="ctr">
            <a:noAutofit/>
          </a:bodyPr>
          <a:lstStyle>
            <a:lvl1pPr marL="0" indent="0" algn="l">
              <a:buNone/>
              <a:defRPr sz="1200">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Add your text here</a:t>
            </a:r>
            <a:endParaRPr lang="en-IN" dirty="0"/>
          </a:p>
        </p:txBody>
      </p:sp>
      <p:sp>
        <p:nvSpPr>
          <p:cNvPr id="30" name="Text Placeholder 21">
            <a:extLst>
              <a:ext uri="{FF2B5EF4-FFF2-40B4-BE49-F238E27FC236}">
                <a16:creationId xmlns:a16="http://schemas.microsoft.com/office/drawing/2014/main" xmlns="" id="{2C4421CD-5E8B-46CF-8A4D-154169960EB9}"/>
              </a:ext>
            </a:extLst>
          </p:cNvPr>
          <p:cNvSpPr>
            <a:spLocks noGrp="1"/>
          </p:cNvSpPr>
          <p:nvPr>
            <p:ph type="body" sz="quarter" idx="20" hasCustomPrompt="1"/>
          </p:nvPr>
        </p:nvSpPr>
        <p:spPr>
          <a:xfrm>
            <a:off x="6883114" y="2871712"/>
            <a:ext cx="3596526" cy="1098550"/>
          </a:xfrm>
        </p:spPr>
        <p:txBody>
          <a:bodyPr anchor="ctr">
            <a:noAutofit/>
          </a:bodyPr>
          <a:lstStyle>
            <a:lvl1pPr marL="0" indent="0" algn="l">
              <a:buNone/>
              <a:defRPr sz="1200">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Add your text here</a:t>
            </a:r>
            <a:endParaRPr lang="en-IN" dirty="0"/>
          </a:p>
        </p:txBody>
      </p:sp>
      <p:sp>
        <p:nvSpPr>
          <p:cNvPr id="31" name="Text Placeholder 21">
            <a:extLst>
              <a:ext uri="{FF2B5EF4-FFF2-40B4-BE49-F238E27FC236}">
                <a16:creationId xmlns:a16="http://schemas.microsoft.com/office/drawing/2014/main" xmlns="" id="{BEFE1999-F8B5-4A7C-9721-B68BF1BF003F}"/>
              </a:ext>
            </a:extLst>
          </p:cNvPr>
          <p:cNvSpPr>
            <a:spLocks noGrp="1"/>
          </p:cNvSpPr>
          <p:nvPr>
            <p:ph type="body" sz="quarter" idx="21" hasCustomPrompt="1"/>
          </p:nvPr>
        </p:nvSpPr>
        <p:spPr>
          <a:xfrm>
            <a:off x="6481903" y="4212968"/>
            <a:ext cx="3997737" cy="1098550"/>
          </a:xfrm>
        </p:spPr>
        <p:txBody>
          <a:bodyPr anchor="ctr">
            <a:noAutofit/>
          </a:bodyPr>
          <a:lstStyle>
            <a:lvl1pPr marL="0" indent="0" algn="l">
              <a:buNone/>
              <a:defRPr sz="1200">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Add your text here</a:t>
            </a:r>
            <a:endParaRPr lang="en-IN" dirty="0"/>
          </a:p>
        </p:txBody>
      </p:sp>
      <p:sp>
        <p:nvSpPr>
          <p:cNvPr id="34" name="Right Brace 33">
            <a:extLst>
              <a:ext uri="{FF2B5EF4-FFF2-40B4-BE49-F238E27FC236}">
                <a16:creationId xmlns:a16="http://schemas.microsoft.com/office/drawing/2014/main" xmlns="" id="{FC60A82C-C5FE-456B-A692-ED98BB9348C0}"/>
              </a:ext>
            </a:extLst>
          </p:cNvPr>
          <p:cNvSpPr/>
          <p:nvPr userDrawn="1"/>
        </p:nvSpPr>
        <p:spPr>
          <a:xfrm>
            <a:off x="10602930" y="1473200"/>
            <a:ext cx="421241" cy="2505073"/>
          </a:xfrm>
          <a:prstGeom prst="rightBrace">
            <a:avLst>
              <a:gd name="adj1" fmla="val 148672"/>
              <a:gd name="adj2" fmla="val 50000"/>
            </a:avLst>
          </a:prstGeom>
          <a:ln w="12700">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solidFill>
                <a:srgbClr val="2F3043"/>
              </a:solidFill>
            </a:endParaRPr>
          </a:p>
        </p:txBody>
      </p:sp>
      <p:sp>
        <p:nvSpPr>
          <p:cNvPr id="35" name="Text Placeholder 21">
            <a:extLst>
              <a:ext uri="{FF2B5EF4-FFF2-40B4-BE49-F238E27FC236}">
                <a16:creationId xmlns:a16="http://schemas.microsoft.com/office/drawing/2014/main" xmlns="" id="{6E452D87-071A-4E2F-B91F-E3EA03113C94}"/>
              </a:ext>
            </a:extLst>
          </p:cNvPr>
          <p:cNvSpPr>
            <a:spLocks noGrp="1"/>
          </p:cNvSpPr>
          <p:nvPr>
            <p:ph type="body" sz="quarter" idx="22" hasCustomPrompt="1"/>
          </p:nvPr>
        </p:nvSpPr>
        <p:spPr>
          <a:xfrm rot="5400000">
            <a:off x="10178769" y="2515116"/>
            <a:ext cx="2328122" cy="421242"/>
          </a:xfrm>
        </p:spPr>
        <p:txBody>
          <a:bodyPr anchor="ctr">
            <a:noAutofit/>
          </a:bodyPr>
          <a:lstStyle>
            <a:lvl1pPr marL="0" indent="0" algn="ctr">
              <a:buNone/>
              <a:defRPr sz="1600" b="1">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XXXXXX</a:t>
            </a:r>
            <a:endParaRPr lang="en-IN" dirty="0"/>
          </a:p>
        </p:txBody>
      </p:sp>
      <p:sp>
        <p:nvSpPr>
          <p:cNvPr id="36" name="Text Placeholder 21">
            <a:extLst>
              <a:ext uri="{FF2B5EF4-FFF2-40B4-BE49-F238E27FC236}">
                <a16:creationId xmlns:a16="http://schemas.microsoft.com/office/drawing/2014/main" xmlns="" id="{EB369956-3AF3-4DFD-89CA-5C90A2882591}"/>
              </a:ext>
            </a:extLst>
          </p:cNvPr>
          <p:cNvSpPr>
            <a:spLocks noGrp="1"/>
          </p:cNvSpPr>
          <p:nvPr>
            <p:ph type="body" sz="quarter" idx="23" hasCustomPrompt="1"/>
          </p:nvPr>
        </p:nvSpPr>
        <p:spPr>
          <a:xfrm rot="5400000">
            <a:off x="10775950" y="4530311"/>
            <a:ext cx="1133759" cy="421242"/>
          </a:xfrm>
        </p:spPr>
        <p:txBody>
          <a:bodyPr anchor="ctr">
            <a:noAutofit/>
          </a:bodyPr>
          <a:lstStyle>
            <a:lvl1pPr marL="0" indent="0" algn="ctr">
              <a:buNone/>
              <a:defRPr sz="1600" b="1">
                <a:solidFill>
                  <a:schemeClr val="tx2"/>
                </a:solidFill>
              </a:defRPr>
            </a:lvl1pPr>
            <a:lvl2pPr marL="457200" indent="0">
              <a:buNone/>
              <a:defRPr sz="1200">
                <a:solidFill>
                  <a:schemeClr val="bg1"/>
                </a:solidFill>
              </a:defRPr>
            </a:lvl2pPr>
            <a:lvl3pPr marL="914400" indent="0">
              <a:buNone/>
              <a:defRPr sz="1100">
                <a:solidFill>
                  <a:schemeClr val="bg1"/>
                </a:solidFill>
              </a:defRPr>
            </a:lvl3pPr>
            <a:lvl4pPr marL="1371600" indent="0">
              <a:buNone/>
              <a:defRPr sz="1050">
                <a:solidFill>
                  <a:schemeClr val="bg1"/>
                </a:solidFill>
              </a:defRPr>
            </a:lvl4pPr>
            <a:lvl5pPr marL="1828800" indent="0">
              <a:buNone/>
              <a:defRPr sz="1050">
                <a:solidFill>
                  <a:schemeClr val="bg1"/>
                </a:solidFill>
              </a:defRPr>
            </a:lvl5pPr>
          </a:lstStyle>
          <a:p>
            <a:pPr lvl="0"/>
            <a:r>
              <a:rPr lang="en-US" dirty="0"/>
              <a:t>XXXXXX</a:t>
            </a:r>
            <a:endParaRPr lang="en-IN" dirty="0"/>
          </a:p>
        </p:txBody>
      </p:sp>
      <p:sp>
        <p:nvSpPr>
          <p:cNvPr id="37" name="Right Brace 36">
            <a:extLst>
              <a:ext uri="{FF2B5EF4-FFF2-40B4-BE49-F238E27FC236}">
                <a16:creationId xmlns:a16="http://schemas.microsoft.com/office/drawing/2014/main" xmlns="" id="{90B6CD19-7D5A-4EDC-B05F-4F403AA8AC95}"/>
              </a:ext>
            </a:extLst>
          </p:cNvPr>
          <p:cNvSpPr/>
          <p:nvPr userDrawn="1"/>
        </p:nvSpPr>
        <p:spPr>
          <a:xfrm>
            <a:off x="10602930" y="4213684"/>
            <a:ext cx="421241" cy="1094128"/>
          </a:xfrm>
          <a:prstGeom prst="rightBrace">
            <a:avLst>
              <a:gd name="adj1" fmla="val 64935"/>
              <a:gd name="adj2" fmla="val 50000"/>
            </a:avLst>
          </a:prstGeom>
          <a:ln w="12700">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solidFill>
                <a:srgbClr val="2F3043"/>
              </a:solidFill>
            </a:endParaRPr>
          </a:p>
        </p:txBody>
      </p:sp>
      <p:sp>
        <p:nvSpPr>
          <p:cNvPr id="5" name="flSlideMaster.Funnel Slid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623028359"/>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mp; Table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a:t>Click 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7" name="Table Placeholder 6">
            <a:extLst>
              <a:ext uri="{FF2B5EF4-FFF2-40B4-BE49-F238E27FC236}">
                <a16:creationId xmlns:a16="http://schemas.microsoft.com/office/drawing/2014/main" xmlns="" id="{FC39771B-BB38-4F6C-8428-1DD19948486B}"/>
              </a:ext>
            </a:extLst>
          </p:cNvPr>
          <p:cNvSpPr>
            <a:spLocks noGrp="1"/>
          </p:cNvSpPr>
          <p:nvPr>
            <p:ph type="tbl" sz="quarter" idx="12" hasCustomPrompt="1"/>
          </p:nvPr>
        </p:nvSpPr>
        <p:spPr>
          <a:xfrm>
            <a:off x="371476" y="1376363"/>
            <a:ext cx="11412537" cy="4284662"/>
          </a:xfrm>
        </p:spPr>
        <p:txBody>
          <a:bodyPr/>
          <a:lstStyle>
            <a:lvl1pPr>
              <a:defRPr>
                <a:solidFill>
                  <a:schemeClr val="tx2"/>
                </a:solidFill>
              </a:defRPr>
            </a:lvl1pPr>
          </a:lstStyle>
          <a:p>
            <a:r>
              <a:rPr lang="en-US" dirty="0" smtClean="0"/>
              <a:t>click </a:t>
            </a:r>
            <a:r>
              <a:rPr lang="en-US" dirty="0"/>
              <a:t>icon to add table</a:t>
            </a:r>
            <a:endParaRPr lang="en-IN" dirty="0"/>
          </a:p>
        </p:txBody>
      </p:sp>
      <p:sp>
        <p:nvSpPr>
          <p:cNvPr id="5" name="flSlideMaster.Title &amp; Table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837967432"/>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text &amp;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a:t>c</a:t>
            </a:r>
            <a:r>
              <a:rPr lang="en-US" dirty="0" smtClean="0"/>
              <a:t>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7" name="Table Placeholder 6">
            <a:extLst>
              <a:ext uri="{FF2B5EF4-FFF2-40B4-BE49-F238E27FC236}">
                <a16:creationId xmlns:a16="http://schemas.microsoft.com/office/drawing/2014/main" xmlns="" id="{FC39771B-BB38-4F6C-8428-1DD19948486B}"/>
              </a:ext>
            </a:extLst>
          </p:cNvPr>
          <p:cNvSpPr>
            <a:spLocks noGrp="1"/>
          </p:cNvSpPr>
          <p:nvPr>
            <p:ph type="tbl" sz="quarter" idx="12" hasCustomPrompt="1"/>
          </p:nvPr>
        </p:nvSpPr>
        <p:spPr>
          <a:xfrm>
            <a:off x="4601817" y="1376363"/>
            <a:ext cx="7182196" cy="4284662"/>
          </a:xfrm>
        </p:spPr>
        <p:txBody>
          <a:bodyPr/>
          <a:lstStyle>
            <a:lvl1pPr>
              <a:defRPr>
                <a:solidFill>
                  <a:schemeClr val="tx2"/>
                </a:solidFill>
              </a:defRPr>
            </a:lvl1pPr>
          </a:lstStyle>
          <a:p>
            <a:r>
              <a:rPr lang="en-US" dirty="0"/>
              <a:t>c</a:t>
            </a:r>
            <a:r>
              <a:rPr lang="en-US" dirty="0" smtClean="0"/>
              <a:t>lick </a:t>
            </a:r>
            <a:r>
              <a:rPr lang="en-US" dirty="0"/>
              <a:t>icon to add table</a:t>
            </a:r>
            <a:endParaRPr lang="en-IN" dirty="0"/>
          </a:p>
        </p:txBody>
      </p:sp>
      <p:sp>
        <p:nvSpPr>
          <p:cNvPr id="6" name="Content Placeholder 5">
            <a:extLst>
              <a:ext uri="{FF2B5EF4-FFF2-40B4-BE49-F238E27FC236}">
                <a16:creationId xmlns:a16="http://schemas.microsoft.com/office/drawing/2014/main" xmlns="" id="{408A722C-4270-4AA0-B5FC-2FB6989294F5}"/>
              </a:ext>
            </a:extLst>
          </p:cNvPr>
          <p:cNvSpPr>
            <a:spLocks noGrp="1"/>
          </p:cNvSpPr>
          <p:nvPr>
            <p:ph sz="quarter" idx="13" hasCustomPrompt="1"/>
          </p:nvPr>
        </p:nvSpPr>
        <p:spPr>
          <a:xfrm>
            <a:off x="371475" y="1376363"/>
            <a:ext cx="3822700" cy="4284662"/>
          </a:xfrm>
        </p:spPr>
        <p:txBody>
          <a:bodyPr>
            <a:normAutofit/>
          </a:bodyPr>
          <a:lstStyle>
            <a:lvl1pPr>
              <a:defRPr sz="1800"/>
            </a:lvl1pPr>
            <a:lvl2pPr>
              <a:defRPr sz="1600"/>
            </a:lvl2pPr>
            <a:lvl3pPr>
              <a:defRPr sz="1400"/>
            </a:lvl3pPr>
            <a:lvl4pPr>
              <a:defRPr sz="1400"/>
            </a:lvl4pPr>
            <a:lvl5pPr>
              <a:defRPr sz="1400"/>
            </a:lvl5pPr>
          </a:lstStyle>
          <a:p>
            <a:pPr lvl="0"/>
            <a:r>
              <a:rPr lang="en-US" dirty="0" smtClean="0"/>
              <a:t>click </a:t>
            </a:r>
            <a:r>
              <a:rPr lang="en-US" dirty="0"/>
              <a:t>to edit </a:t>
            </a:r>
            <a:r>
              <a:rPr lang="en-US" dirty="0" smtClean="0"/>
              <a:t>master </a:t>
            </a:r>
            <a:r>
              <a:rPr lang="en-US" dirty="0"/>
              <a:t>text styles</a:t>
            </a:r>
          </a:p>
          <a:p>
            <a:pPr lvl="1"/>
            <a:r>
              <a:rPr lang="en-US" dirty="0" smtClean="0"/>
              <a:t>second </a:t>
            </a:r>
            <a:r>
              <a:rPr lang="en-US" dirty="0"/>
              <a:t>level</a:t>
            </a:r>
          </a:p>
          <a:p>
            <a:pPr lvl="2"/>
            <a:r>
              <a:rPr lang="en-US" dirty="0" smtClean="0"/>
              <a:t>third </a:t>
            </a:r>
            <a:r>
              <a:rPr lang="en-US" dirty="0"/>
              <a:t>level</a:t>
            </a:r>
          </a:p>
          <a:p>
            <a:pPr lvl="3"/>
            <a:r>
              <a:rPr lang="en-US" dirty="0" smtClean="0"/>
              <a:t>fourth </a:t>
            </a:r>
            <a:r>
              <a:rPr lang="en-US" dirty="0"/>
              <a:t>level</a:t>
            </a:r>
          </a:p>
          <a:p>
            <a:pPr lvl="4"/>
            <a:r>
              <a:rPr lang="en-US" dirty="0" smtClean="0"/>
              <a:t>fifth </a:t>
            </a:r>
            <a:r>
              <a:rPr lang="en-US" dirty="0"/>
              <a:t>level</a:t>
            </a:r>
            <a:endParaRPr lang="en-IN" dirty="0"/>
          </a:p>
        </p:txBody>
      </p:sp>
      <p:cxnSp>
        <p:nvCxnSpPr>
          <p:cNvPr id="8" name="Straight Connector 7">
            <a:extLst>
              <a:ext uri="{FF2B5EF4-FFF2-40B4-BE49-F238E27FC236}">
                <a16:creationId xmlns:a16="http://schemas.microsoft.com/office/drawing/2014/main" xmlns="" id="{CF3E20F4-871C-4773-BA1B-45919BDCAC48}"/>
              </a:ext>
            </a:extLst>
          </p:cNvPr>
          <p:cNvCxnSpPr>
            <a:cxnSpLocks/>
          </p:cNvCxnSpPr>
          <p:nvPr userDrawn="1"/>
        </p:nvCxnSpPr>
        <p:spPr>
          <a:xfrm>
            <a:off x="4396409" y="1366558"/>
            <a:ext cx="0" cy="429446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flSlideMaster.Title text &amp; tabl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287795594"/>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picture &amp;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7" name="Table Placeholder 6">
            <a:extLst>
              <a:ext uri="{FF2B5EF4-FFF2-40B4-BE49-F238E27FC236}">
                <a16:creationId xmlns:a16="http://schemas.microsoft.com/office/drawing/2014/main" xmlns="" id="{FC39771B-BB38-4F6C-8428-1DD19948486B}"/>
              </a:ext>
            </a:extLst>
          </p:cNvPr>
          <p:cNvSpPr>
            <a:spLocks noGrp="1"/>
          </p:cNvSpPr>
          <p:nvPr>
            <p:ph type="tbl" sz="quarter" idx="12" hasCustomPrompt="1"/>
          </p:nvPr>
        </p:nvSpPr>
        <p:spPr>
          <a:xfrm>
            <a:off x="4601817" y="1376363"/>
            <a:ext cx="7182196" cy="4284662"/>
          </a:xfrm>
        </p:spPr>
        <p:txBody>
          <a:bodyPr/>
          <a:lstStyle>
            <a:lvl1pPr>
              <a:defRPr>
                <a:solidFill>
                  <a:schemeClr val="tx2"/>
                </a:solidFill>
              </a:defRPr>
            </a:lvl1pPr>
          </a:lstStyle>
          <a:p>
            <a:r>
              <a:rPr lang="en-US" dirty="0"/>
              <a:t>c</a:t>
            </a:r>
            <a:r>
              <a:rPr lang="en-US" dirty="0" smtClean="0"/>
              <a:t>lick </a:t>
            </a:r>
            <a:r>
              <a:rPr lang="en-US" dirty="0"/>
              <a:t>icon to add table</a:t>
            </a:r>
            <a:endParaRPr lang="en-IN" dirty="0"/>
          </a:p>
        </p:txBody>
      </p:sp>
      <p:sp>
        <p:nvSpPr>
          <p:cNvPr id="9" name="Picture Placeholder 8">
            <a:extLst>
              <a:ext uri="{FF2B5EF4-FFF2-40B4-BE49-F238E27FC236}">
                <a16:creationId xmlns:a16="http://schemas.microsoft.com/office/drawing/2014/main" xmlns="" id="{0779297C-FB9F-49B0-9800-B7BC826E141A}"/>
              </a:ext>
            </a:extLst>
          </p:cNvPr>
          <p:cNvSpPr>
            <a:spLocks noGrp="1"/>
          </p:cNvSpPr>
          <p:nvPr>
            <p:ph type="pic" sz="quarter" idx="13"/>
          </p:nvPr>
        </p:nvSpPr>
        <p:spPr>
          <a:xfrm>
            <a:off x="371475" y="1366838"/>
            <a:ext cx="3819525" cy="4294187"/>
          </a:xfrm>
        </p:spPr>
        <p:txBody>
          <a:bodyPr/>
          <a:lstStyle/>
          <a:p>
            <a:endParaRPr lang="en-IN" dirty="0"/>
          </a:p>
        </p:txBody>
      </p:sp>
      <p:sp>
        <p:nvSpPr>
          <p:cNvPr id="5" name="flSlideMaster.Title, picture &amp; tabl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71172166"/>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picture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9" name="Picture Placeholder 8">
            <a:extLst>
              <a:ext uri="{FF2B5EF4-FFF2-40B4-BE49-F238E27FC236}">
                <a16:creationId xmlns:a16="http://schemas.microsoft.com/office/drawing/2014/main" xmlns="" id="{0779297C-FB9F-49B0-9800-B7BC826E141A}"/>
              </a:ext>
            </a:extLst>
          </p:cNvPr>
          <p:cNvSpPr>
            <a:spLocks noGrp="1"/>
          </p:cNvSpPr>
          <p:nvPr>
            <p:ph type="pic" sz="quarter" idx="13"/>
          </p:nvPr>
        </p:nvSpPr>
        <p:spPr>
          <a:xfrm>
            <a:off x="371475" y="1366838"/>
            <a:ext cx="3819525" cy="4294187"/>
          </a:xfrm>
        </p:spPr>
        <p:txBody>
          <a:bodyPr/>
          <a:lstStyle/>
          <a:p>
            <a:endParaRPr lang="en-IN" dirty="0"/>
          </a:p>
        </p:txBody>
      </p:sp>
      <p:sp>
        <p:nvSpPr>
          <p:cNvPr id="6" name="Chart Placeholder 5">
            <a:extLst>
              <a:ext uri="{FF2B5EF4-FFF2-40B4-BE49-F238E27FC236}">
                <a16:creationId xmlns:a16="http://schemas.microsoft.com/office/drawing/2014/main" xmlns="" id="{FB418397-E33E-4D19-8DD9-6E964E41BC93}"/>
              </a:ext>
            </a:extLst>
          </p:cNvPr>
          <p:cNvSpPr>
            <a:spLocks noGrp="1"/>
          </p:cNvSpPr>
          <p:nvPr>
            <p:ph type="chart" sz="quarter" idx="14"/>
          </p:nvPr>
        </p:nvSpPr>
        <p:spPr>
          <a:xfrm>
            <a:off x="4486275" y="1376363"/>
            <a:ext cx="7297738" cy="4294187"/>
          </a:xfrm>
        </p:spPr>
        <p:txBody>
          <a:bodyPr/>
          <a:lstStyle/>
          <a:p>
            <a:endParaRPr lang="en-IN" dirty="0"/>
          </a:p>
        </p:txBody>
      </p:sp>
      <p:sp>
        <p:nvSpPr>
          <p:cNvPr id="5" name="flSlideMaster.Title, picture &amp; char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016245646"/>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6" name="Chart Placeholder 5">
            <a:extLst>
              <a:ext uri="{FF2B5EF4-FFF2-40B4-BE49-F238E27FC236}">
                <a16:creationId xmlns:a16="http://schemas.microsoft.com/office/drawing/2014/main" xmlns="" id="{4F55982C-C963-434B-AE3C-5174290D6A12}"/>
              </a:ext>
            </a:extLst>
          </p:cNvPr>
          <p:cNvSpPr>
            <a:spLocks noGrp="1"/>
          </p:cNvSpPr>
          <p:nvPr>
            <p:ph type="chart" sz="quarter" idx="12"/>
          </p:nvPr>
        </p:nvSpPr>
        <p:spPr>
          <a:xfrm>
            <a:off x="371475" y="1376363"/>
            <a:ext cx="11412538" cy="4284662"/>
          </a:xfrm>
        </p:spPr>
        <p:txBody>
          <a:bodyPr/>
          <a:lstStyle/>
          <a:p>
            <a:endParaRPr lang="en-IN" dirty="0"/>
          </a:p>
        </p:txBody>
      </p:sp>
      <p:sp>
        <p:nvSpPr>
          <p:cNvPr id="5" name="flSlideMaster.Title &amp; char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064889791"/>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mp; char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6" name="Chart Placeholder 5">
            <a:extLst>
              <a:ext uri="{FF2B5EF4-FFF2-40B4-BE49-F238E27FC236}">
                <a16:creationId xmlns:a16="http://schemas.microsoft.com/office/drawing/2014/main" xmlns="" id="{4F55982C-C963-434B-AE3C-5174290D6A12}"/>
              </a:ext>
            </a:extLst>
          </p:cNvPr>
          <p:cNvSpPr>
            <a:spLocks noGrp="1"/>
          </p:cNvSpPr>
          <p:nvPr>
            <p:ph type="chart" sz="quarter" idx="12"/>
          </p:nvPr>
        </p:nvSpPr>
        <p:spPr>
          <a:xfrm>
            <a:off x="371475" y="1376363"/>
            <a:ext cx="11412538" cy="4284662"/>
          </a:xfrm>
        </p:spPr>
        <p:txBody>
          <a:bodyPr/>
          <a:lstStyle/>
          <a:p>
            <a:endParaRPr lang="en-IN" dirty="0"/>
          </a:p>
        </p:txBody>
      </p:sp>
      <p:sp>
        <p:nvSpPr>
          <p:cNvPr id="5" name="flSlideMaster.Title &amp; chart -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8498331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p:txBody>
          <a:bodyPr/>
          <a:lstStyle>
            <a:lvl1pPr>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sp>
        <p:nvSpPr>
          <p:cNvPr id="5" name="Rectangle 4">
            <a:extLst>
              <a:ext uri="{FF2B5EF4-FFF2-40B4-BE49-F238E27FC236}">
                <a16:creationId xmlns:a16="http://schemas.microsoft.com/office/drawing/2014/main" xmlns="" id="{B5D59F46-A7D5-4B92-979C-D6D184AFC233}"/>
              </a:ext>
            </a:extLst>
          </p:cNvPr>
          <p:cNvSpPr/>
          <p:nvPr userDrawn="1"/>
        </p:nvSpPr>
        <p:spPr>
          <a:xfrm>
            <a:off x="371474" y="1376364"/>
            <a:ext cx="3286125" cy="781383"/>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solidFill>
                <a:srgbClr val="FFFFFF"/>
              </a:solidFill>
            </a:endParaRPr>
          </a:p>
        </p:txBody>
      </p:sp>
      <p:sp>
        <p:nvSpPr>
          <p:cNvPr id="7" name="Rectangle 6">
            <a:extLst>
              <a:ext uri="{FF2B5EF4-FFF2-40B4-BE49-F238E27FC236}">
                <a16:creationId xmlns:a16="http://schemas.microsoft.com/office/drawing/2014/main" xmlns="" id="{A0CC6995-EF05-4F79-B270-6227C440D140}"/>
              </a:ext>
            </a:extLst>
          </p:cNvPr>
          <p:cNvSpPr/>
          <p:nvPr userDrawn="1"/>
        </p:nvSpPr>
        <p:spPr>
          <a:xfrm>
            <a:off x="371474" y="2252184"/>
            <a:ext cx="3286125" cy="78138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solidFill>
                <a:srgbClr val="FFFFFF"/>
              </a:solidFill>
            </a:endParaRPr>
          </a:p>
        </p:txBody>
      </p:sp>
      <p:sp>
        <p:nvSpPr>
          <p:cNvPr id="8" name="Rectangle 7">
            <a:extLst>
              <a:ext uri="{FF2B5EF4-FFF2-40B4-BE49-F238E27FC236}">
                <a16:creationId xmlns:a16="http://schemas.microsoft.com/office/drawing/2014/main" xmlns="" id="{3B0103BD-8EF3-485B-922E-F78215273D0E}"/>
              </a:ext>
            </a:extLst>
          </p:cNvPr>
          <p:cNvSpPr/>
          <p:nvPr userDrawn="1"/>
        </p:nvSpPr>
        <p:spPr>
          <a:xfrm>
            <a:off x="371474" y="3128003"/>
            <a:ext cx="3286125" cy="781383"/>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solidFill>
                <a:srgbClr val="FFFFFF"/>
              </a:solidFill>
            </a:endParaRPr>
          </a:p>
        </p:txBody>
      </p:sp>
      <p:sp>
        <p:nvSpPr>
          <p:cNvPr id="9" name="Rectangle 8">
            <a:extLst>
              <a:ext uri="{FF2B5EF4-FFF2-40B4-BE49-F238E27FC236}">
                <a16:creationId xmlns:a16="http://schemas.microsoft.com/office/drawing/2014/main" xmlns="" id="{199128AD-694C-4DBE-B541-E5C014E16B2A}"/>
              </a:ext>
            </a:extLst>
          </p:cNvPr>
          <p:cNvSpPr/>
          <p:nvPr userDrawn="1"/>
        </p:nvSpPr>
        <p:spPr>
          <a:xfrm>
            <a:off x="371474" y="4003823"/>
            <a:ext cx="3286125" cy="781383"/>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solidFill>
                <a:srgbClr val="FFFFFF"/>
              </a:solidFill>
            </a:endParaRPr>
          </a:p>
        </p:txBody>
      </p:sp>
      <p:sp>
        <p:nvSpPr>
          <p:cNvPr id="10" name="Rectangle 9">
            <a:extLst>
              <a:ext uri="{FF2B5EF4-FFF2-40B4-BE49-F238E27FC236}">
                <a16:creationId xmlns:a16="http://schemas.microsoft.com/office/drawing/2014/main" xmlns="" id="{FA34AE09-A8A6-4D9F-9124-6610610B3BC8}"/>
              </a:ext>
            </a:extLst>
          </p:cNvPr>
          <p:cNvSpPr/>
          <p:nvPr userDrawn="1"/>
        </p:nvSpPr>
        <p:spPr>
          <a:xfrm>
            <a:off x="371474" y="4879643"/>
            <a:ext cx="3286125" cy="781383"/>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solidFill>
                <a:srgbClr val="FFFFFF"/>
              </a:solidFill>
            </a:endParaRPr>
          </a:p>
        </p:txBody>
      </p:sp>
      <p:sp>
        <p:nvSpPr>
          <p:cNvPr id="13" name="Text Placeholder 12">
            <a:extLst>
              <a:ext uri="{FF2B5EF4-FFF2-40B4-BE49-F238E27FC236}">
                <a16:creationId xmlns:a16="http://schemas.microsoft.com/office/drawing/2014/main" xmlns="" id="{74B79C53-99E5-47EA-B431-BD09E4E17A7E}"/>
              </a:ext>
            </a:extLst>
          </p:cNvPr>
          <p:cNvSpPr>
            <a:spLocks noGrp="1"/>
          </p:cNvSpPr>
          <p:nvPr>
            <p:ph type="body" sz="quarter" idx="12" hasCustomPrompt="1"/>
          </p:nvPr>
        </p:nvSpPr>
        <p:spPr>
          <a:xfrm>
            <a:off x="468313" y="1445428"/>
            <a:ext cx="3019425" cy="643254"/>
          </a:xfrm>
        </p:spPr>
        <p:txBody>
          <a:bodyPr anchor="ctr">
            <a:normAutofit/>
          </a:bodyPr>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a:t>
            </a:r>
            <a:r>
              <a:rPr lang="en-US" dirty="0" smtClean="0"/>
              <a:t>dd </a:t>
            </a:r>
            <a:r>
              <a:rPr lang="en-US" dirty="0"/>
              <a:t>your text here</a:t>
            </a:r>
            <a:endParaRPr lang="en-IN" dirty="0"/>
          </a:p>
        </p:txBody>
      </p:sp>
      <p:sp>
        <p:nvSpPr>
          <p:cNvPr id="14" name="Text Placeholder 12">
            <a:extLst>
              <a:ext uri="{FF2B5EF4-FFF2-40B4-BE49-F238E27FC236}">
                <a16:creationId xmlns:a16="http://schemas.microsoft.com/office/drawing/2014/main" xmlns="" id="{86C84F6F-B973-4343-BD07-934FD1BE1BED}"/>
              </a:ext>
            </a:extLst>
          </p:cNvPr>
          <p:cNvSpPr>
            <a:spLocks noGrp="1"/>
          </p:cNvSpPr>
          <p:nvPr>
            <p:ph type="body" sz="quarter" idx="13" hasCustomPrompt="1"/>
          </p:nvPr>
        </p:nvSpPr>
        <p:spPr>
          <a:xfrm>
            <a:off x="468313" y="2322045"/>
            <a:ext cx="3019425" cy="643254"/>
          </a:xfrm>
        </p:spPr>
        <p:txBody>
          <a:bodyPr anchor="ctr">
            <a:normAutofit/>
          </a:bodyPr>
          <a:lstStyle>
            <a:lvl1pPr marL="0" indent="0" algn="l">
              <a:buNone/>
              <a:defRPr sz="16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a:t>
            </a:r>
            <a:r>
              <a:rPr lang="en-US" dirty="0" smtClean="0"/>
              <a:t>dd </a:t>
            </a:r>
            <a:r>
              <a:rPr lang="en-US" dirty="0"/>
              <a:t>your text here</a:t>
            </a:r>
            <a:endParaRPr lang="en-IN" dirty="0"/>
          </a:p>
        </p:txBody>
      </p:sp>
      <p:sp>
        <p:nvSpPr>
          <p:cNvPr id="15" name="Text Placeholder 12">
            <a:extLst>
              <a:ext uri="{FF2B5EF4-FFF2-40B4-BE49-F238E27FC236}">
                <a16:creationId xmlns:a16="http://schemas.microsoft.com/office/drawing/2014/main" xmlns="" id="{D7069028-DA5B-4FED-BFD8-C0E438EBB565}"/>
              </a:ext>
            </a:extLst>
          </p:cNvPr>
          <p:cNvSpPr>
            <a:spLocks noGrp="1"/>
          </p:cNvSpPr>
          <p:nvPr>
            <p:ph type="body" sz="quarter" idx="14" hasCustomPrompt="1"/>
          </p:nvPr>
        </p:nvSpPr>
        <p:spPr>
          <a:xfrm>
            <a:off x="468313" y="3195872"/>
            <a:ext cx="3019425" cy="643254"/>
          </a:xfrm>
        </p:spPr>
        <p:txBody>
          <a:bodyPr anchor="ctr">
            <a:normAutofit/>
          </a:bodyPr>
          <a:lstStyle>
            <a:lvl1pPr marL="0" indent="0" algn="l">
              <a:buNone/>
              <a:defRPr sz="16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a:t>
            </a:r>
            <a:r>
              <a:rPr lang="en-US" dirty="0" smtClean="0"/>
              <a:t>dd </a:t>
            </a:r>
            <a:r>
              <a:rPr lang="en-US" dirty="0"/>
              <a:t>your text here</a:t>
            </a:r>
            <a:endParaRPr lang="en-IN" dirty="0"/>
          </a:p>
        </p:txBody>
      </p:sp>
      <p:sp>
        <p:nvSpPr>
          <p:cNvPr id="16" name="Text Placeholder 12">
            <a:extLst>
              <a:ext uri="{FF2B5EF4-FFF2-40B4-BE49-F238E27FC236}">
                <a16:creationId xmlns:a16="http://schemas.microsoft.com/office/drawing/2014/main" xmlns="" id="{AC24AC6F-2AF6-4693-8E03-D9AF6B5A54AF}"/>
              </a:ext>
            </a:extLst>
          </p:cNvPr>
          <p:cNvSpPr>
            <a:spLocks noGrp="1"/>
          </p:cNvSpPr>
          <p:nvPr>
            <p:ph type="body" sz="quarter" idx="15" hasCustomPrompt="1"/>
          </p:nvPr>
        </p:nvSpPr>
        <p:spPr>
          <a:xfrm>
            <a:off x="468313" y="4072489"/>
            <a:ext cx="3019425" cy="643254"/>
          </a:xfrm>
        </p:spPr>
        <p:txBody>
          <a:bodyPr anchor="ctr">
            <a:normAutofit/>
          </a:bodyPr>
          <a:lstStyle>
            <a:lvl1pPr marL="0" indent="0" algn="l">
              <a:buNone/>
              <a:defRPr sz="16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a:t>
            </a:r>
            <a:r>
              <a:rPr lang="en-US" dirty="0" smtClean="0"/>
              <a:t>dd </a:t>
            </a:r>
            <a:r>
              <a:rPr lang="en-US" dirty="0"/>
              <a:t>your text here</a:t>
            </a:r>
            <a:endParaRPr lang="en-IN" dirty="0"/>
          </a:p>
        </p:txBody>
      </p:sp>
      <p:sp>
        <p:nvSpPr>
          <p:cNvPr id="17" name="Text Placeholder 12">
            <a:extLst>
              <a:ext uri="{FF2B5EF4-FFF2-40B4-BE49-F238E27FC236}">
                <a16:creationId xmlns:a16="http://schemas.microsoft.com/office/drawing/2014/main" xmlns="" id="{47FE606D-2F8E-44F5-BFC8-43A22544FD73}"/>
              </a:ext>
            </a:extLst>
          </p:cNvPr>
          <p:cNvSpPr>
            <a:spLocks noGrp="1"/>
          </p:cNvSpPr>
          <p:nvPr>
            <p:ph type="body" sz="quarter" idx="16" hasCustomPrompt="1"/>
          </p:nvPr>
        </p:nvSpPr>
        <p:spPr>
          <a:xfrm>
            <a:off x="468313" y="4949504"/>
            <a:ext cx="3019425" cy="643254"/>
          </a:xfrm>
        </p:spPr>
        <p:txBody>
          <a:bodyPr anchor="ctr">
            <a:normAutofit/>
          </a:bodyPr>
          <a:lstStyle>
            <a:lvl1pPr marL="0" indent="0" algn="l">
              <a:buNone/>
              <a:defRPr sz="16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a:t>
            </a:r>
            <a:r>
              <a:rPr lang="en-US" dirty="0" smtClean="0"/>
              <a:t>dd </a:t>
            </a:r>
            <a:r>
              <a:rPr lang="en-US" dirty="0"/>
              <a:t>your text here</a:t>
            </a:r>
            <a:endParaRPr lang="en-IN" dirty="0"/>
          </a:p>
        </p:txBody>
      </p:sp>
      <p:sp>
        <p:nvSpPr>
          <p:cNvPr id="18" name="Rectangle 17">
            <a:extLst>
              <a:ext uri="{FF2B5EF4-FFF2-40B4-BE49-F238E27FC236}">
                <a16:creationId xmlns:a16="http://schemas.microsoft.com/office/drawing/2014/main" xmlns="" id="{331BDA01-231D-4D9B-A8B9-5E0374C746F8}"/>
              </a:ext>
            </a:extLst>
          </p:cNvPr>
          <p:cNvSpPr/>
          <p:nvPr userDrawn="1"/>
        </p:nvSpPr>
        <p:spPr>
          <a:xfrm>
            <a:off x="3763478" y="1376364"/>
            <a:ext cx="8020535" cy="781383"/>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0" name="Text Placeholder 19">
            <a:extLst>
              <a:ext uri="{FF2B5EF4-FFF2-40B4-BE49-F238E27FC236}">
                <a16:creationId xmlns:a16="http://schemas.microsoft.com/office/drawing/2014/main" xmlns="" id="{A44D4508-2A44-4C0F-8800-D9EFEF88D142}"/>
              </a:ext>
            </a:extLst>
          </p:cNvPr>
          <p:cNvSpPr>
            <a:spLocks noGrp="1"/>
          </p:cNvSpPr>
          <p:nvPr>
            <p:ph type="body" sz="quarter" idx="17" hasCustomPrompt="1"/>
          </p:nvPr>
        </p:nvSpPr>
        <p:spPr>
          <a:xfrm>
            <a:off x="3917950" y="1445429"/>
            <a:ext cx="7737475" cy="643254"/>
          </a:xfrm>
        </p:spPr>
        <p:txBody>
          <a:bodyPr anchor="ctr">
            <a:noAutofit/>
          </a:bodyPr>
          <a:lstStyle>
            <a:lvl1pPr marL="0" indent="0">
              <a:buNone/>
              <a:defRPr sz="1200"/>
            </a:lvl1pPr>
            <a:lvl2pPr marL="457200" indent="0">
              <a:buNone/>
              <a:defRPr sz="1100"/>
            </a:lvl2pPr>
            <a:lvl3pPr marL="914400" indent="0">
              <a:buNone/>
              <a:defRPr sz="1050"/>
            </a:lvl3pPr>
            <a:lvl4pPr marL="1371600" indent="0">
              <a:buNone/>
              <a:defRPr sz="1050"/>
            </a:lvl4pPr>
            <a:lvl5pPr marL="1828800" indent="0">
              <a:buNone/>
              <a:defRPr sz="1050"/>
            </a:lvl5pPr>
          </a:lstStyle>
          <a:p>
            <a:pPr lvl="0"/>
            <a:r>
              <a:rPr lang="en-US" dirty="0"/>
              <a:t>a</a:t>
            </a:r>
            <a:r>
              <a:rPr lang="en-US" dirty="0" smtClean="0"/>
              <a:t>dd </a:t>
            </a:r>
            <a:r>
              <a:rPr lang="en-US" dirty="0"/>
              <a:t>your text here</a:t>
            </a:r>
            <a:endParaRPr lang="en-IN" dirty="0"/>
          </a:p>
        </p:txBody>
      </p:sp>
      <p:sp>
        <p:nvSpPr>
          <p:cNvPr id="21" name="Rectangle 20">
            <a:extLst>
              <a:ext uri="{FF2B5EF4-FFF2-40B4-BE49-F238E27FC236}">
                <a16:creationId xmlns:a16="http://schemas.microsoft.com/office/drawing/2014/main" xmlns="" id="{C4B53B7A-EC78-4370-958C-DC73D9A58255}"/>
              </a:ext>
            </a:extLst>
          </p:cNvPr>
          <p:cNvSpPr/>
          <p:nvPr userDrawn="1"/>
        </p:nvSpPr>
        <p:spPr>
          <a:xfrm>
            <a:off x="3763478" y="2252184"/>
            <a:ext cx="8020535" cy="781383"/>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2" name="Text Placeholder 19">
            <a:extLst>
              <a:ext uri="{FF2B5EF4-FFF2-40B4-BE49-F238E27FC236}">
                <a16:creationId xmlns:a16="http://schemas.microsoft.com/office/drawing/2014/main" xmlns="" id="{03802CBE-CC73-452F-8ABA-D8048BA0BDF0}"/>
              </a:ext>
            </a:extLst>
          </p:cNvPr>
          <p:cNvSpPr>
            <a:spLocks noGrp="1"/>
          </p:cNvSpPr>
          <p:nvPr>
            <p:ph type="body" sz="quarter" idx="18" hasCustomPrompt="1"/>
          </p:nvPr>
        </p:nvSpPr>
        <p:spPr>
          <a:xfrm>
            <a:off x="3917950" y="2321249"/>
            <a:ext cx="7737475" cy="643254"/>
          </a:xfrm>
        </p:spPr>
        <p:txBody>
          <a:bodyPr anchor="ctr">
            <a:noAutofit/>
          </a:bodyPr>
          <a:lstStyle>
            <a:lvl1pPr marL="0" indent="0">
              <a:buNone/>
              <a:defRPr sz="1200"/>
            </a:lvl1pPr>
            <a:lvl2pPr marL="457200" indent="0">
              <a:buNone/>
              <a:defRPr sz="1100"/>
            </a:lvl2pPr>
            <a:lvl3pPr marL="914400" indent="0">
              <a:buNone/>
              <a:defRPr sz="1050"/>
            </a:lvl3pPr>
            <a:lvl4pPr marL="1371600" indent="0">
              <a:buNone/>
              <a:defRPr sz="1050"/>
            </a:lvl4pPr>
            <a:lvl5pPr marL="1828800" indent="0">
              <a:buNone/>
              <a:defRPr sz="1050"/>
            </a:lvl5pPr>
          </a:lstStyle>
          <a:p>
            <a:pPr lvl="0"/>
            <a:r>
              <a:rPr lang="en-US" dirty="0"/>
              <a:t>a</a:t>
            </a:r>
            <a:r>
              <a:rPr lang="en-US" dirty="0" smtClean="0"/>
              <a:t>dd </a:t>
            </a:r>
            <a:r>
              <a:rPr lang="en-US" dirty="0"/>
              <a:t>your text here</a:t>
            </a:r>
            <a:endParaRPr lang="en-IN" dirty="0"/>
          </a:p>
        </p:txBody>
      </p:sp>
      <p:sp>
        <p:nvSpPr>
          <p:cNvPr id="23" name="Rectangle 22">
            <a:extLst>
              <a:ext uri="{FF2B5EF4-FFF2-40B4-BE49-F238E27FC236}">
                <a16:creationId xmlns:a16="http://schemas.microsoft.com/office/drawing/2014/main" xmlns="" id="{D4363100-87B1-46D0-A587-F039262B77A3}"/>
              </a:ext>
            </a:extLst>
          </p:cNvPr>
          <p:cNvSpPr/>
          <p:nvPr userDrawn="1"/>
        </p:nvSpPr>
        <p:spPr>
          <a:xfrm>
            <a:off x="3763478" y="3130673"/>
            <a:ext cx="8020535" cy="781383"/>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4" name="Text Placeholder 19">
            <a:extLst>
              <a:ext uri="{FF2B5EF4-FFF2-40B4-BE49-F238E27FC236}">
                <a16:creationId xmlns:a16="http://schemas.microsoft.com/office/drawing/2014/main" xmlns="" id="{C2E4593B-9A03-4E2A-B2A8-1CC6DB224A2E}"/>
              </a:ext>
            </a:extLst>
          </p:cNvPr>
          <p:cNvSpPr>
            <a:spLocks noGrp="1"/>
          </p:cNvSpPr>
          <p:nvPr>
            <p:ph type="body" sz="quarter" idx="19" hasCustomPrompt="1"/>
          </p:nvPr>
        </p:nvSpPr>
        <p:spPr>
          <a:xfrm>
            <a:off x="3917950" y="3199738"/>
            <a:ext cx="7737475" cy="643254"/>
          </a:xfrm>
        </p:spPr>
        <p:txBody>
          <a:bodyPr anchor="ctr">
            <a:noAutofit/>
          </a:bodyPr>
          <a:lstStyle>
            <a:lvl1pPr marL="0" indent="0">
              <a:buNone/>
              <a:defRPr sz="1200"/>
            </a:lvl1pPr>
            <a:lvl2pPr marL="457200" indent="0">
              <a:buNone/>
              <a:defRPr sz="1100"/>
            </a:lvl2pPr>
            <a:lvl3pPr marL="914400" indent="0">
              <a:buNone/>
              <a:defRPr sz="1050"/>
            </a:lvl3pPr>
            <a:lvl4pPr marL="1371600" indent="0">
              <a:buNone/>
              <a:defRPr sz="1050"/>
            </a:lvl4pPr>
            <a:lvl5pPr marL="1828800" indent="0">
              <a:buNone/>
              <a:defRPr sz="1050"/>
            </a:lvl5pPr>
          </a:lstStyle>
          <a:p>
            <a:pPr lvl="0"/>
            <a:r>
              <a:rPr lang="en-US" dirty="0" smtClean="0"/>
              <a:t>add </a:t>
            </a:r>
            <a:r>
              <a:rPr lang="en-US" dirty="0"/>
              <a:t>your text here</a:t>
            </a:r>
            <a:endParaRPr lang="en-IN" dirty="0"/>
          </a:p>
        </p:txBody>
      </p:sp>
      <p:sp>
        <p:nvSpPr>
          <p:cNvPr id="25" name="Rectangle 24">
            <a:extLst>
              <a:ext uri="{FF2B5EF4-FFF2-40B4-BE49-F238E27FC236}">
                <a16:creationId xmlns:a16="http://schemas.microsoft.com/office/drawing/2014/main" xmlns="" id="{4A1DE6C8-60E5-46E8-A04E-8F4EFA75F50C}"/>
              </a:ext>
            </a:extLst>
          </p:cNvPr>
          <p:cNvSpPr/>
          <p:nvPr userDrawn="1"/>
        </p:nvSpPr>
        <p:spPr>
          <a:xfrm>
            <a:off x="3763478" y="4003823"/>
            <a:ext cx="8020535" cy="781383"/>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6" name="Text Placeholder 19">
            <a:extLst>
              <a:ext uri="{FF2B5EF4-FFF2-40B4-BE49-F238E27FC236}">
                <a16:creationId xmlns:a16="http://schemas.microsoft.com/office/drawing/2014/main" xmlns="" id="{31B126A0-32AA-456E-A127-EA01D0270F4D}"/>
              </a:ext>
            </a:extLst>
          </p:cNvPr>
          <p:cNvSpPr>
            <a:spLocks noGrp="1"/>
          </p:cNvSpPr>
          <p:nvPr>
            <p:ph type="body" sz="quarter" idx="20" hasCustomPrompt="1"/>
          </p:nvPr>
        </p:nvSpPr>
        <p:spPr>
          <a:xfrm>
            <a:off x="3917950" y="4072888"/>
            <a:ext cx="7737475" cy="643254"/>
          </a:xfrm>
        </p:spPr>
        <p:txBody>
          <a:bodyPr anchor="ctr">
            <a:noAutofit/>
          </a:bodyPr>
          <a:lstStyle>
            <a:lvl1pPr marL="0" indent="0">
              <a:buNone/>
              <a:defRPr sz="1200"/>
            </a:lvl1pPr>
            <a:lvl2pPr marL="457200" indent="0">
              <a:buNone/>
              <a:defRPr sz="1100"/>
            </a:lvl2pPr>
            <a:lvl3pPr marL="914400" indent="0">
              <a:buNone/>
              <a:defRPr sz="1050"/>
            </a:lvl3pPr>
            <a:lvl4pPr marL="1371600" indent="0">
              <a:buNone/>
              <a:defRPr sz="1050"/>
            </a:lvl4pPr>
            <a:lvl5pPr marL="1828800" indent="0">
              <a:buNone/>
              <a:defRPr sz="1050"/>
            </a:lvl5pPr>
          </a:lstStyle>
          <a:p>
            <a:pPr lvl="0"/>
            <a:r>
              <a:rPr lang="en-US" dirty="0" smtClean="0"/>
              <a:t>add </a:t>
            </a:r>
            <a:r>
              <a:rPr lang="en-US" dirty="0"/>
              <a:t>your text here</a:t>
            </a:r>
            <a:endParaRPr lang="en-IN" dirty="0"/>
          </a:p>
        </p:txBody>
      </p:sp>
      <p:sp>
        <p:nvSpPr>
          <p:cNvPr id="27" name="Rectangle 26">
            <a:extLst>
              <a:ext uri="{FF2B5EF4-FFF2-40B4-BE49-F238E27FC236}">
                <a16:creationId xmlns:a16="http://schemas.microsoft.com/office/drawing/2014/main" xmlns="" id="{1AADC066-765E-4AE4-92FA-A0280CAC6BAB}"/>
              </a:ext>
            </a:extLst>
          </p:cNvPr>
          <p:cNvSpPr/>
          <p:nvPr userDrawn="1"/>
        </p:nvSpPr>
        <p:spPr>
          <a:xfrm>
            <a:off x="3763478" y="4879643"/>
            <a:ext cx="8020535" cy="781383"/>
          </a:xfrm>
          <a:prstGeom prst="rect">
            <a:avLst/>
          </a:prstGeom>
          <a:solidFill>
            <a:schemeClr val="bg1"/>
          </a:solid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28" name="Text Placeholder 19">
            <a:extLst>
              <a:ext uri="{FF2B5EF4-FFF2-40B4-BE49-F238E27FC236}">
                <a16:creationId xmlns:a16="http://schemas.microsoft.com/office/drawing/2014/main" xmlns="" id="{4630F391-7B36-466B-9A2D-EC6788E775E6}"/>
              </a:ext>
            </a:extLst>
          </p:cNvPr>
          <p:cNvSpPr>
            <a:spLocks noGrp="1"/>
          </p:cNvSpPr>
          <p:nvPr>
            <p:ph type="body" sz="quarter" idx="21" hasCustomPrompt="1"/>
          </p:nvPr>
        </p:nvSpPr>
        <p:spPr>
          <a:xfrm>
            <a:off x="3917950" y="4948708"/>
            <a:ext cx="7737475" cy="643254"/>
          </a:xfrm>
        </p:spPr>
        <p:txBody>
          <a:bodyPr anchor="ctr">
            <a:noAutofit/>
          </a:bodyPr>
          <a:lstStyle>
            <a:lvl1pPr marL="0" indent="0">
              <a:buNone/>
              <a:defRPr sz="1200"/>
            </a:lvl1pPr>
            <a:lvl2pPr marL="457200" indent="0">
              <a:buNone/>
              <a:defRPr sz="1100"/>
            </a:lvl2pPr>
            <a:lvl3pPr marL="914400" indent="0">
              <a:buNone/>
              <a:defRPr sz="1050"/>
            </a:lvl3pPr>
            <a:lvl4pPr marL="1371600" indent="0">
              <a:buNone/>
              <a:defRPr sz="1050"/>
            </a:lvl4pPr>
            <a:lvl5pPr marL="1828800" indent="0">
              <a:buNone/>
              <a:defRPr sz="1050"/>
            </a:lvl5pPr>
          </a:lstStyle>
          <a:p>
            <a:pPr lvl="0"/>
            <a:r>
              <a:rPr lang="en-US" dirty="0"/>
              <a:t>a</a:t>
            </a:r>
            <a:r>
              <a:rPr lang="en-US" dirty="0" smtClean="0"/>
              <a:t>dd </a:t>
            </a:r>
            <a:r>
              <a:rPr lang="en-US" dirty="0"/>
              <a:t>your text here</a:t>
            </a:r>
            <a:endParaRPr lang="en-IN" dirty="0"/>
          </a:p>
        </p:txBody>
      </p:sp>
      <p:sp>
        <p:nvSpPr>
          <p:cNvPr id="6" name="flSlideMaster.Title &amp; text boxes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86894710"/>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block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6A07BF-B68A-4B07-B45B-4A098A365A52}"/>
              </a:ext>
            </a:extLst>
          </p:cNvPr>
          <p:cNvSpPr>
            <a:spLocks noGrp="1"/>
          </p:cNvSpPr>
          <p:nvPr>
            <p:ph type="title" hasCustomPrompt="1"/>
          </p:nvPr>
        </p:nvSpPr>
        <p:spPr>
          <a:xfrm>
            <a:off x="371475" y="1648619"/>
            <a:ext cx="4784725" cy="3560762"/>
          </a:xfrm>
        </p:spPr>
        <p:txBody>
          <a:bodyPr>
            <a:normAutofit/>
          </a:bodyPr>
          <a:lstStyle>
            <a:lvl1pPr>
              <a:defRPr sz="4400">
                <a:solidFill>
                  <a:schemeClr val="tx2"/>
                </a:solidFill>
              </a:defRPr>
            </a:lvl1pPr>
          </a:lstStyle>
          <a:p>
            <a:r>
              <a:rPr lang="en-US" dirty="0" smtClean="0"/>
              <a:t>click </a:t>
            </a:r>
            <a:r>
              <a:rPr lang="en-US" dirty="0"/>
              <a:t>to edit </a:t>
            </a:r>
            <a:r>
              <a:rPr lang="en-US" dirty="0" smtClean="0"/>
              <a:t>master </a:t>
            </a:r>
            <a:r>
              <a:rPr lang="en-US" dirty="0"/>
              <a:t>title style</a:t>
            </a:r>
            <a:endParaRPr lang="en-IN" dirty="0"/>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lvl1pPr>
              <a:defRPr>
                <a:solidFill>
                  <a:schemeClr val="tx2"/>
                </a:solidFill>
              </a:defRPr>
            </a:lvl1pPr>
          </a:lstStyle>
          <a:p>
            <a:r>
              <a:rPr lang="en-IN" dirty="0">
                <a:solidFill>
                  <a:srgbClr val="2F3043"/>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lvl1pPr>
              <a:defRPr>
                <a:solidFill>
                  <a:schemeClr val="tx2"/>
                </a:solidFill>
              </a:defRPr>
            </a:lvl1pPr>
          </a:lstStyle>
          <a:p>
            <a:fld id="{AC1CC88B-8153-4770-B0DF-840C5C37FBC3}" type="slidenum">
              <a:rPr lang="en-IN" smtClean="0">
                <a:solidFill>
                  <a:srgbClr val="2F3043"/>
                </a:solidFill>
              </a:rPr>
              <a:pPr/>
              <a:t>‹#›</a:t>
            </a:fld>
            <a:endParaRPr lang="en-IN" dirty="0">
              <a:solidFill>
                <a:srgbClr val="2F3043"/>
              </a:solidFill>
            </a:endParaRPr>
          </a:p>
        </p:txBody>
      </p:sp>
      <p:sp>
        <p:nvSpPr>
          <p:cNvPr id="31" name="Content Placeholder 5">
            <a:extLst>
              <a:ext uri="{FF2B5EF4-FFF2-40B4-BE49-F238E27FC236}">
                <a16:creationId xmlns:a16="http://schemas.microsoft.com/office/drawing/2014/main" xmlns="" id="{333E66EE-E95C-4A62-940A-230BDC0403E5}"/>
              </a:ext>
            </a:extLst>
          </p:cNvPr>
          <p:cNvSpPr>
            <a:spLocks noGrp="1"/>
          </p:cNvSpPr>
          <p:nvPr>
            <p:ph sz="quarter" idx="13" hasCustomPrompt="1"/>
          </p:nvPr>
        </p:nvSpPr>
        <p:spPr>
          <a:xfrm>
            <a:off x="5547691" y="1648619"/>
            <a:ext cx="6236321" cy="3560762"/>
          </a:xfrm>
        </p:spPr>
        <p:txBody>
          <a:bodyPr anchor="ctr">
            <a:normAutofit/>
          </a:bodyPr>
          <a:lstStyle>
            <a:lvl1pPr marL="0" indent="0">
              <a:buClr>
                <a:schemeClr val="bg1"/>
              </a:buClr>
              <a:buNone/>
              <a:defRPr sz="1600">
                <a:solidFill>
                  <a:schemeClr val="tx2"/>
                </a:solidFill>
              </a:defRPr>
            </a:lvl1pPr>
            <a:lvl2pPr marL="457200" indent="0">
              <a:buClr>
                <a:schemeClr val="bg1"/>
              </a:buClr>
              <a:buNone/>
              <a:defRPr sz="1600">
                <a:solidFill>
                  <a:schemeClr val="bg1"/>
                </a:solidFill>
              </a:defRPr>
            </a:lvl2pPr>
            <a:lvl3pPr marL="914400" indent="0">
              <a:buClr>
                <a:schemeClr val="bg1"/>
              </a:buClr>
              <a:buNone/>
              <a:defRPr sz="1400">
                <a:solidFill>
                  <a:schemeClr val="bg1"/>
                </a:solidFill>
              </a:defRPr>
            </a:lvl3pPr>
            <a:lvl4pPr marL="1371600" indent="0">
              <a:buClr>
                <a:schemeClr val="bg1"/>
              </a:buClr>
              <a:buNone/>
              <a:defRPr sz="1400">
                <a:solidFill>
                  <a:schemeClr val="bg1"/>
                </a:solidFill>
              </a:defRPr>
            </a:lvl4pPr>
            <a:lvl5pPr marL="1828800" indent="0">
              <a:buClr>
                <a:schemeClr val="bg1"/>
              </a:buClr>
              <a:buNone/>
              <a:defRPr sz="1400">
                <a:solidFill>
                  <a:schemeClr val="bg1"/>
                </a:solidFill>
              </a:defRPr>
            </a:lvl5pPr>
          </a:lstStyle>
          <a:p>
            <a:pPr lvl="0"/>
            <a:r>
              <a:rPr lang="en-US" dirty="0"/>
              <a:t>a</a:t>
            </a:r>
            <a:r>
              <a:rPr lang="en-US" dirty="0" smtClean="0"/>
              <a:t>dd </a:t>
            </a:r>
            <a:r>
              <a:rPr lang="en-US" dirty="0"/>
              <a:t>your text here…</a:t>
            </a:r>
            <a:endParaRPr lang="en-IN" dirty="0"/>
          </a:p>
        </p:txBody>
      </p:sp>
      <p:sp>
        <p:nvSpPr>
          <p:cNvPr id="5" name="flSlideMaster.Title block &amp; conten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42421535"/>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AB9A5B1C-F053-45EB-802C-AC245ED4CA76}"/>
              </a:ext>
            </a:extLst>
          </p:cNvPr>
          <p:cNvSpPr/>
          <p:nvPr userDrawn="1"/>
        </p:nvSpPr>
        <p:spPr>
          <a:xfrm>
            <a:off x="0" y="0"/>
            <a:ext cx="12192000"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solidFill>
                <a:srgbClr val="FFFFFF"/>
              </a:solidFill>
            </a:endParaRPr>
          </a:p>
        </p:txBody>
      </p:sp>
      <p:sp>
        <p:nvSpPr>
          <p:cNvPr id="3" name="Footer Placeholder 2">
            <a:extLst>
              <a:ext uri="{FF2B5EF4-FFF2-40B4-BE49-F238E27FC236}">
                <a16:creationId xmlns:a16="http://schemas.microsoft.com/office/drawing/2014/main" xmlns="" id="{BC149D15-B6E7-439D-B0CA-E1246FA37D69}"/>
              </a:ext>
            </a:extLst>
          </p:cNvPr>
          <p:cNvSpPr>
            <a:spLocks noGrp="1"/>
          </p:cNvSpPr>
          <p:nvPr>
            <p:ph type="ftr" sz="quarter" idx="10"/>
          </p:nvPr>
        </p:nvSpPr>
        <p:spPr/>
        <p:txBody>
          <a:bodyPr/>
          <a:lstStyle>
            <a:lvl1pPr>
              <a:defRPr>
                <a:solidFill>
                  <a:schemeClr val="bg1"/>
                </a:solidFill>
              </a:defRPr>
            </a:lvl1pPr>
          </a:lstStyle>
          <a:p>
            <a:r>
              <a:rPr lang="en-IN" dirty="0">
                <a:solidFill>
                  <a:srgbClr val="FFFFFF"/>
                </a:solidFill>
              </a:rPr>
              <a:t>Vodafone Idea Confidential</a:t>
            </a:r>
          </a:p>
        </p:txBody>
      </p:sp>
      <p:sp>
        <p:nvSpPr>
          <p:cNvPr id="4" name="Slide Number Placeholder 3">
            <a:extLst>
              <a:ext uri="{FF2B5EF4-FFF2-40B4-BE49-F238E27FC236}">
                <a16:creationId xmlns:a16="http://schemas.microsoft.com/office/drawing/2014/main" xmlns="" id="{EEFEAD3B-B483-4E24-A093-B3AD0E15FBCC}"/>
              </a:ext>
            </a:extLst>
          </p:cNvPr>
          <p:cNvSpPr>
            <a:spLocks noGrp="1"/>
          </p:cNvSpPr>
          <p:nvPr>
            <p:ph type="sldNum" sz="quarter" idx="11"/>
          </p:nvPr>
        </p:nvSpPr>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11" name="Media Placeholder 10">
            <a:extLst>
              <a:ext uri="{FF2B5EF4-FFF2-40B4-BE49-F238E27FC236}">
                <a16:creationId xmlns:a16="http://schemas.microsoft.com/office/drawing/2014/main" xmlns="" id="{8CFB175B-E754-4C12-A126-1A890AB2CBDB}"/>
              </a:ext>
            </a:extLst>
          </p:cNvPr>
          <p:cNvSpPr>
            <a:spLocks noGrp="1"/>
          </p:cNvSpPr>
          <p:nvPr>
            <p:ph type="media" sz="quarter" idx="12"/>
          </p:nvPr>
        </p:nvSpPr>
        <p:spPr>
          <a:xfrm>
            <a:off x="1447800" y="368300"/>
            <a:ext cx="9296400" cy="5292725"/>
          </a:xfrm>
          <a:solidFill>
            <a:schemeClr val="tx1">
              <a:lumMod val="75000"/>
            </a:schemeClr>
          </a:solidFill>
        </p:spPr>
        <p:txBody>
          <a:bodyPr/>
          <a:lstStyle>
            <a:lvl1pPr marL="0" indent="0" algn="ctr">
              <a:buNone/>
              <a:defRPr>
                <a:solidFill>
                  <a:schemeClr val="bg1"/>
                </a:solidFill>
              </a:defRPr>
            </a:lvl1pPr>
          </a:lstStyle>
          <a:p>
            <a:endParaRPr lang="en-IN" dirty="0"/>
          </a:p>
        </p:txBody>
      </p:sp>
      <p:pic>
        <p:nvPicPr>
          <p:cNvPr id="6" name="Graphic 5">
            <a:extLst>
              <a:ext uri="{FF2B5EF4-FFF2-40B4-BE49-F238E27FC236}">
                <a16:creationId xmlns:a16="http://schemas.microsoft.com/office/drawing/2014/main" xmlns="" id="{A55997AB-F86B-4272-AC39-8B7059AFFE1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122158" y="5920190"/>
            <a:ext cx="661855" cy="532998"/>
          </a:xfrm>
          <a:prstGeom prst="rect">
            <a:avLst/>
          </a:prstGeom>
        </p:spPr>
      </p:pic>
      <p:sp>
        <p:nvSpPr>
          <p:cNvPr id="2" name="flSlideMaster.Media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746545173"/>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se study 1">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xmlns="" id="{8259A922-445F-4071-B4C6-703A1FE09CC0}"/>
              </a:ext>
            </a:extLst>
          </p:cNvPr>
          <p:cNvSpPr>
            <a:spLocks noGrp="1"/>
          </p:cNvSpPr>
          <p:nvPr>
            <p:ph type="pic" sz="quarter" idx="23"/>
          </p:nvPr>
        </p:nvSpPr>
        <p:spPr>
          <a:xfrm>
            <a:off x="8057252" y="876713"/>
            <a:ext cx="4143348" cy="6001166"/>
          </a:xfrm>
          <a:custGeom>
            <a:avLst/>
            <a:gdLst>
              <a:gd name="connsiteX0" fmla="*/ 0 w 4486275"/>
              <a:gd name="connsiteY0" fmla="*/ 0 h 5975350"/>
              <a:gd name="connsiteX1" fmla="*/ 4486275 w 4486275"/>
              <a:gd name="connsiteY1" fmla="*/ 0 h 5975350"/>
              <a:gd name="connsiteX2" fmla="*/ 4486275 w 4486275"/>
              <a:gd name="connsiteY2" fmla="*/ 5975350 h 5975350"/>
              <a:gd name="connsiteX3" fmla="*/ 0 w 4486275"/>
              <a:gd name="connsiteY3" fmla="*/ 5975350 h 5975350"/>
              <a:gd name="connsiteX4" fmla="*/ 0 w 4486275"/>
              <a:gd name="connsiteY4" fmla="*/ 0 h 5975350"/>
              <a:gd name="connsiteX0" fmla="*/ 2377440 w 4486275"/>
              <a:gd name="connsiteY0" fmla="*/ 0 h 5975350"/>
              <a:gd name="connsiteX1" fmla="*/ 4486275 w 4486275"/>
              <a:gd name="connsiteY1" fmla="*/ 0 h 5975350"/>
              <a:gd name="connsiteX2" fmla="*/ 4486275 w 4486275"/>
              <a:gd name="connsiteY2" fmla="*/ 5975350 h 5975350"/>
              <a:gd name="connsiteX3" fmla="*/ 0 w 4486275"/>
              <a:gd name="connsiteY3" fmla="*/ 5975350 h 5975350"/>
              <a:gd name="connsiteX4" fmla="*/ 2377440 w 4486275"/>
              <a:gd name="connsiteY4" fmla="*/ 0 h 5975350"/>
              <a:gd name="connsiteX0" fmla="*/ 2377440 w 4486275"/>
              <a:gd name="connsiteY0" fmla="*/ 0 h 5975350"/>
              <a:gd name="connsiteX1" fmla="*/ 4486275 w 4486275"/>
              <a:gd name="connsiteY1" fmla="*/ 0 h 5975350"/>
              <a:gd name="connsiteX2" fmla="*/ 4486275 w 4486275"/>
              <a:gd name="connsiteY2" fmla="*/ 5975350 h 5975350"/>
              <a:gd name="connsiteX3" fmla="*/ 0 w 4486275"/>
              <a:gd name="connsiteY3" fmla="*/ 5975350 h 5975350"/>
              <a:gd name="connsiteX4" fmla="*/ 2377440 w 4486275"/>
              <a:gd name="connsiteY4" fmla="*/ 0 h 5975350"/>
              <a:gd name="connsiteX0" fmla="*/ 2686586 w 4795421"/>
              <a:gd name="connsiteY0" fmla="*/ 0 h 5975350"/>
              <a:gd name="connsiteX1" fmla="*/ 4795421 w 4795421"/>
              <a:gd name="connsiteY1" fmla="*/ 0 h 5975350"/>
              <a:gd name="connsiteX2" fmla="*/ 4795421 w 4795421"/>
              <a:gd name="connsiteY2" fmla="*/ 5975350 h 5975350"/>
              <a:gd name="connsiteX3" fmla="*/ 309146 w 4795421"/>
              <a:gd name="connsiteY3" fmla="*/ 5975350 h 5975350"/>
              <a:gd name="connsiteX4" fmla="*/ 2686586 w 4795421"/>
              <a:gd name="connsiteY4" fmla="*/ 0 h 5975350"/>
              <a:gd name="connsiteX0" fmla="*/ 2686586 w 4795421"/>
              <a:gd name="connsiteY0" fmla="*/ 9940 h 5985290"/>
              <a:gd name="connsiteX1" fmla="*/ 4119560 w 4795421"/>
              <a:gd name="connsiteY1" fmla="*/ 0 h 5985290"/>
              <a:gd name="connsiteX2" fmla="*/ 4795421 w 4795421"/>
              <a:gd name="connsiteY2" fmla="*/ 5985290 h 5985290"/>
              <a:gd name="connsiteX3" fmla="*/ 309146 w 4795421"/>
              <a:gd name="connsiteY3" fmla="*/ 5985290 h 5985290"/>
              <a:gd name="connsiteX4" fmla="*/ 2686586 w 4795421"/>
              <a:gd name="connsiteY4" fmla="*/ 9940 h 5985290"/>
              <a:gd name="connsiteX0" fmla="*/ 2686586 w 4119560"/>
              <a:gd name="connsiteY0" fmla="*/ 9940 h 5995230"/>
              <a:gd name="connsiteX1" fmla="*/ 4119560 w 4119560"/>
              <a:gd name="connsiteY1" fmla="*/ 0 h 5995230"/>
              <a:gd name="connsiteX2" fmla="*/ 3423821 w 4119560"/>
              <a:gd name="connsiteY2" fmla="*/ 5995230 h 5995230"/>
              <a:gd name="connsiteX3" fmla="*/ 309146 w 4119560"/>
              <a:gd name="connsiteY3" fmla="*/ 5985290 h 5995230"/>
              <a:gd name="connsiteX4" fmla="*/ 2686586 w 4119560"/>
              <a:gd name="connsiteY4" fmla="*/ 9940 h 5995230"/>
              <a:gd name="connsiteX0" fmla="*/ 2686586 w 4129500"/>
              <a:gd name="connsiteY0" fmla="*/ 9940 h 6005169"/>
              <a:gd name="connsiteX1" fmla="*/ 4119560 w 4129500"/>
              <a:gd name="connsiteY1" fmla="*/ 0 h 6005169"/>
              <a:gd name="connsiteX2" fmla="*/ 4129500 w 4129500"/>
              <a:gd name="connsiteY2" fmla="*/ 6005169 h 6005169"/>
              <a:gd name="connsiteX3" fmla="*/ 309146 w 4129500"/>
              <a:gd name="connsiteY3" fmla="*/ 5985290 h 6005169"/>
              <a:gd name="connsiteX4" fmla="*/ 2686586 w 4129500"/>
              <a:gd name="connsiteY4" fmla="*/ 9940 h 6005169"/>
              <a:gd name="connsiteX0" fmla="*/ 2686586 w 4139878"/>
              <a:gd name="connsiteY0" fmla="*/ 0 h 5995229"/>
              <a:gd name="connsiteX1" fmla="*/ 4139438 w 4139878"/>
              <a:gd name="connsiteY1" fmla="*/ 9938 h 5995229"/>
              <a:gd name="connsiteX2" fmla="*/ 4129500 w 4139878"/>
              <a:gd name="connsiteY2" fmla="*/ 5995229 h 5995229"/>
              <a:gd name="connsiteX3" fmla="*/ 309146 w 4139878"/>
              <a:gd name="connsiteY3" fmla="*/ 5975350 h 5995229"/>
              <a:gd name="connsiteX4" fmla="*/ 2686586 w 4139878"/>
              <a:gd name="connsiteY4" fmla="*/ 0 h 5995229"/>
              <a:gd name="connsiteX0" fmla="*/ 2686586 w 4139878"/>
              <a:gd name="connsiteY0" fmla="*/ 5937 h 6001166"/>
              <a:gd name="connsiteX1" fmla="*/ 4139438 w 4139878"/>
              <a:gd name="connsiteY1" fmla="*/ 0 h 6001166"/>
              <a:gd name="connsiteX2" fmla="*/ 4129500 w 4139878"/>
              <a:gd name="connsiteY2" fmla="*/ 6001166 h 6001166"/>
              <a:gd name="connsiteX3" fmla="*/ 309146 w 4139878"/>
              <a:gd name="connsiteY3" fmla="*/ 5981287 h 6001166"/>
              <a:gd name="connsiteX4" fmla="*/ 2686586 w 4139878"/>
              <a:gd name="connsiteY4" fmla="*/ 5937 h 6001166"/>
              <a:gd name="connsiteX0" fmla="*/ 2674181 w 4143348"/>
              <a:gd name="connsiteY0" fmla="*/ 5937 h 6001166"/>
              <a:gd name="connsiteX1" fmla="*/ 4142908 w 4143348"/>
              <a:gd name="connsiteY1" fmla="*/ 0 h 6001166"/>
              <a:gd name="connsiteX2" fmla="*/ 4132970 w 4143348"/>
              <a:gd name="connsiteY2" fmla="*/ 6001166 h 6001166"/>
              <a:gd name="connsiteX3" fmla="*/ 312616 w 4143348"/>
              <a:gd name="connsiteY3" fmla="*/ 5981287 h 6001166"/>
              <a:gd name="connsiteX4" fmla="*/ 2674181 w 4143348"/>
              <a:gd name="connsiteY4" fmla="*/ 5937 h 6001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3348" h="6001166">
                <a:moveTo>
                  <a:pt x="2674181" y="5937"/>
                </a:moveTo>
                <a:lnTo>
                  <a:pt x="4142908" y="0"/>
                </a:lnTo>
                <a:cubicBezTo>
                  <a:pt x="4146221" y="2001723"/>
                  <a:pt x="4129657" y="3999443"/>
                  <a:pt x="4132970" y="6001166"/>
                </a:cubicBezTo>
                <a:lnTo>
                  <a:pt x="312616" y="5981287"/>
                </a:lnTo>
                <a:cubicBezTo>
                  <a:pt x="-309818" y="3739247"/>
                  <a:pt x="-226231" y="1545332"/>
                  <a:pt x="2674181" y="5937"/>
                </a:cubicBezTo>
                <a:close/>
              </a:path>
            </a:pathLst>
          </a:custGeom>
          <a:solidFill>
            <a:schemeClr val="bg1">
              <a:lumMod val="95000"/>
            </a:schemeClr>
          </a:solidFill>
        </p:spPr>
        <p:txBody>
          <a:bodyPr anchor="ctr">
            <a:normAutofit/>
          </a:bodyPr>
          <a:lstStyle>
            <a:lvl1pPr marL="0" indent="0" algn="ctr">
              <a:buNone/>
              <a:defRPr sz="1600"/>
            </a:lvl1pPr>
          </a:lstStyle>
          <a:p>
            <a:endParaRPr lang="en-IN" dirty="0"/>
          </a:p>
        </p:txBody>
      </p:sp>
      <p:sp>
        <p:nvSpPr>
          <p:cNvPr id="3" name="Footer Placeholder 2"/>
          <p:cNvSpPr>
            <a:spLocks noGrp="1"/>
          </p:cNvSpPr>
          <p:nvPr>
            <p:ph type="ftr" sz="quarter" idx="11"/>
          </p:nvPr>
        </p:nvSpPr>
        <p:spPr/>
        <p:txBody>
          <a:bodyPr/>
          <a:lstStyle/>
          <a:p>
            <a:r>
              <a:rPr lang="en-IN" dirty="0">
                <a:solidFill>
                  <a:srgbClr val="2F3043"/>
                </a:solidFill>
              </a:rPr>
              <a:t>Vodafone Idea Confidential</a:t>
            </a:r>
          </a:p>
        </p:txBody>
      </p:sp>
      <p:sp>
        <p:nvSpPr>
          <p:cNvPr id="4" name="Slide Number Placeholder 3"/>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dirty="0">
              <a:solidFill>
                <a:srgbClr val="2F3043"/>
              </a:solidFill>
            </a:endParaRPr>
          </a:p>
        </p:txBody>
      </p:sp>
      <p:pic>
        <p:nvPicPr>
          <p:cNvPr id="5" name="Picture 4">
            <a:extLst>
              <a:ext uri="{FF2B5EF4-FFF2-40B4-BE49-F238E27FC236}">
                <a16:creationId xmlns:a16="http://schemas.microsoft.com/office/drawing/2014/main" xmlns="" id="{BF67AB16-2BA3-4A34-B124-4D074F81A7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882650"/>
          </a:xfrm>
          <a:prstGeom prst="rect">
            <a:avLst/>
          </a:prstGeom>
        </p:spPr>
      </p:pic>
      <p:pic>
        <p:nvPicPr>
          <p:cNvPr id="7" name="Graphic 6">
            <a:extLst>
              <a:ext uri="{FF2B5EF4-FFF2-40B4-BE49-F238E27FC236}">
                <a16:creationId xmlns:a16="http://schemas.microsoft.com/office/drawing/2014/main" xmlns="" id="{AA9EA4D1-B65D-440F-8556-5694C40039EA}"/>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371475" y="242092"/>
            <a:ext cx="494799" cy="398466"/>
          </a:xfrm>
          <a:prstGeom prst="rect">
            <a:avLst/>
          </a:prstGeom>
        </p:spPr>
      </p:pic>
      <p:cxnSp>
        <p:nvCxnSpPr>
          <p:cNvPr id="9" name="Straight Connector 8">
            <a:extLst>
              <a:ext uri="{FF2B5EF4-FFF2-40B4-BE49-F238E27FC236}">
                <a16:creationId xmlns:a16="http://schemas.microsoft.com/office/drawing/2014/main" xmlns="" id="{D8C69710-99EE-48FA-869F-A5616E1A4EC7}"/>
              </a:ext>
            </a:extLst>
          </p:cNvPr>
          <p:cNvCxnSpPr>
            <a:cxnSpLocks/>
          </p:cNvCxnSpPr>
          <p:nvPr userDrawn="1"/>
        </p:nvCxnSpPr>
        <p:spPr>
          <a:xfrm>
            <a:off x="1168400" y="164465"/>
            <a:ext cx="0" cy="5537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xmlns="" id="{5117EAE0-A8CF-4F85-A4B8-BDC607DE2869}"/>
              </a:ext>
            </a:extLst>
          </p:cNvPr>
          <p:cNvSpPr>
            <a:spLocks noGrp="1"/>
          </p:cNvSpPr>
          <p:nvPr>
            <p:ph type="body" sz="quarter" idx="13" hasCustomPrompt="1"/>
          </p:nvPr>
        </p:nvSpPr>
        <p:spPr>
          <a:xfrm>
            <a:off x="1401763" y="237067"/>
            <a:ext cx="2391303" cy="169863"/>
          </a:xfrm>
        </p:spPr>
        <p:txBody>
          <a:bodyPr anchor="ctr">
            <a:noAutofit/>
          </a:bodyPr>
          <a:lstStyle>
            <a:lvl1pPr marL="0" indent="0">
              <a:buNone/>
              <a:defRPr sz="11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smtClean="0"/>
              <a:t>case </a:t>
            </a:r>
            <a:r>
              <a:rPr lang="en-US" dirty="0"/>
              <a:t>s</a:t>
            </a:r>
            <a:r>
              <a:rPr lang="en-US" dirty="0" smtClean="0"/>
              <a:t>tudy</a:t>
            </a:r>
            <a:endParaRPr lang="en-IN" dirty="0"/>
          </a:p>
        </p:txBody>
      </p:sp>
      <p:sp>
        <p:nvSpPr>
          <p:cNvPr id="12" name="Text Placeholder 10">
            <a:extLst>
              <a:ext uri="{FF2B5EF4-FFF2-40B4-BE49-F238E27FC236}">
                <a16:creationId xmlns:a16="http://schemas.microsoft.com/office/drawing/2014/main" xmlns="" id="{F8EC6789-0E62-49AC-9FEC-72C121D4B424}"/>
              </a:ext>
            </a:extLst>
          </p:cNvPr>
          <p:cNvSpPr>
            <a:spLocks noGrp="1"/>
          </p:cNvSpPr>
          <p:nvPr>
            <p:ph type="body" sz="quarter" idx="14" hasCustomPrompt="1"/>
          </p:nvPr>
        </p:nvSpPr>
        <p:spPr>
          <a:xfrm>
            <a:off x="1401763" y="466462"/>
            <a:ext cx="2391303" cy="181768"/>
          </a:xfrm>
        </p:spPr>
        <p:txBody>
          <a:bodyPr anchor="ctr">
            <a:noAutofit/>
          </a:bodyPr>
          <a:lstStyle>
            <a:lvl1pPr marL="0" indent="0">
              <a:buNone/>
              <a:defRPr sz="1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smtClean="0"/>
              <a:t>add </a:t>
            </a:r>
            <a:r>
              <a:rPr lang="en-US" dirty="0"/>
              <a:t>text here</a:t>
            </a:r>
            <a:endParaRPr lang="en-IN" dirty="0"/>
          </a:p>
        </p:txBody>
      </p:sp>
      <p:sp>
        <p:nvSpPr>
          <p:cNvPr id="30" name="Text Placeholder 28">
            <a:extLst>
              <a:ext uri="{FF2B5EF4-FFF2-40B4-BE49-F238E27FC236}">
                <a16:creationId xmlns:a16="http://schemas.microsoft.com/office/drawing/2014/main" xmlns="" id="{E9DC3090-79F5-4AB2-AEBC-A4028E72A96E}"/>
              </a:ext>
            </a:extLst>
          </p:cNvPr>
          <p:cNvSpPr>
            <a:spLocks noGrp="1"/>
          </p:cNvSpPr>
          <p:nvPr>
            <p:ph type="body" sz="quarter" idx="24" hasCustomPrompt="1"/>
          </p:nvPr>
        </p:nvSpPr>
        <p:spPr>
          <a:xfrm>
            <a:off x="390524" y="3108325"/>
            <a:ext cx="7113519" cy="2552700"/>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dirty="0"/>
              <a:t>L</a:t>
            </a:r>
            <a:r>
              <a:rPr lang="en-US" dirty="0" smtClean="0"/>
              <a:t>orem </a:t>
            </a:r>
            <a:r>
              <a:rPr lang="en-US" dirty="0"/>
              <a:t>ipsum dolor sit amet, consectetur adipiscing elit, sed do </a:t>
            </a:r>
            <a:r>
              <a:rPr lang="en-US" dirty="0" err="1"/>
              <a:t>eiusmod</a:t>
            </a:r>
            <a:r>
              <a:rPr lang="en-US" dirty="0"/>
              <a:t> tempor incididunt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nulla </a:t>
            </a:r>
            <a:r>
              <a:rPr lang="en-US" dirty="0" err="1"/>
              <a:t>pariatur</a:t>
            </a:r>
            <a:r>
              <a:rPr lang="en-US" dirty="0"/>
              <a:t>.</a:t>
            </a:r>
            <a:endParaRPr lang="en-IN" dirty="0"/>
          </a:p>
        </p:txBody>
      </p:sp>
      <p:sp>
        <p:nvSpPr>
          <p:cNvPr id="31" name="Picture Placeholder 13">
            <a:extLst>
              <a:ext uri="{FF2B5EF4-FFF2-40B4-BE49-F238E27FC236}">
                <a16:creationId xmlns:a16="http://schemas.microsoft.com/office/drawing/2014/main" xmlns="" id="{7664307E-7450-4BC0-A8FD-F02BA9116939}"/>
              </a:ext>
            </a:extLst>
          </p:cNvPr>
          <p:cNvSpPr>
            <a:spLocks noGrp="1"/>
          </p:cNvSpPr>
          <p:nvPr>
            <p:ph type="pic" sz="quarter" idx="15" hasCustomPrompt="1"/>
          </p:nvPr>
        </p:nvSpPr>
        <p:spPr>
          <a:xfrm>
            <a:off x="682622" y="1097232"/>
            <a:ext cx="963612" cy="963613"/>
          </a:xfrm>
        </p:spPr>
        <p:txBody>
          <a:bodyPr anchor="ctr">
            <a:normAutofit/>
          </a:bodyPr>
          <a:lstStyle>
            <a:lvl1pPr marL="0" indent="0" algn="ctr">
              <a:buNone/>
              <a:defRPr sz="1200"/>
            </a:lvl1pPr>
          </a:lstStyle>
          <a:p>
            <a:r>
              <a:rPr lang="en-IN" dirty="0" err="1"/>
              <a:t>L</a:t>
            </a:r>
            <a:r>
              <a:rPr lang="en-IN" dirty="0" err="1" smtClean="0"/>
              <a:t>con</a:t>
            </a:r>
            <a:endParaRPr lang="en-IN" dirty="0"/>
          </a:p>
        </p:txBody>
      </p:sp>
      <p:sp>
        <p:nvSpPr>
          <p:cNvPr id="32" name="Text Placeholder 10">
            <a:extLst>
              <a:ext uri="{FF2B5EF4-FFF2-40B4-BE49-F238E27FC236}">
                <a16:creationId xmlns:a16="http://schemas.microsoft.com/office/drawing/2014/main" xmlns="" id="{3D6D7917-6B4C-4F48-9C1F-9390B761E2E2}"/>
              </a:ext>
            </a:extLst>
          </p:cNvPr>
          <p:cNvSpPr>
            <a:spLocks noGrp="1"/>
          </p:cNvSpPr>
          <p:nvPr>
            <p:ph type="body" sz="quarter" idx="18" hasCustomPrompt="1"/>
          </p:nvPr>
        </p:nvSpPr>
        <p:spPr>
          <a:xfrm>
            <a:off x="1696638" y="1348782"/>
            <a:ext cx="768420" cy="460512"/>
          </a:xfrm>
        </p:spPr>
        <p:txBody>
          <a:bodyPr anchor="ctr">
            <a:noAutofit/>
          </a:bodyPr>
          <a:lstStyle>
            <a:lvl1pPr marL="0" indent="0" algn="ctr">
              <a:buNone/>
              <a:defRPr sz="2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t>
            </a:r>
            <a:endParaRPr lang="en-IN" dirty="0"/>
          </a:p>
        </p:txBody>
      </p:sp>
      <p:sp>
        <p:nvSpPr>
          <p:cNvPr id="33" name="Text Placeholder 10">
            <a:extLst>
              <a:ext uri="{FF2B5EF4-FFF2-40B4-BE49-F238E27FC236}">
                <a16:creationId xmlns:a16="http://schemas.microsoft.com/office/drawing/2014/main" xmlns="" id="{1E472401-E425-451E-8C28-A489EA23EAA6}"/>
              </a:ext>
            </a:extLst>
          </p:cNvPr>
          <p:cNvSpPr>
            <a:spLocks noGrp="1"/>
          </p:cNvSpPr>
          <p:nvPr>
            <p:ph type="body" sz="quarter" idx="19" hasCustomPrompt="1"/>
          </p:nvPr>
        </p:nvSpPr>
        <p:spPr>
          <a:xfrm>
            <a:off x="3503687" y="1348782"/>
            <a:ext cx="768420" cy="460512"/>
          </a:xfrm>
        </p:spPr>
        <p:txBody>
          <a:bodyPr anchor="ctr">
            <a:noAutofit/>
          </a:bodyPr>
          <a:lstStyle>
            <a:lvl1pPr marL="0" indent="0" algn="ctr">
              <a:buNone/>
              <a:defRPr sz="2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t>
            </a:r>
            <a:endParaRPr lang="en-IN" dirty="0"/>
          </a:p>
        </p:txBody>
      </p:sp>
      <p:sp>
        <p:nvSpPr>
          <p:cNvPr id="34" name="Text Placeholder 10">
            <a:extLst>
              <a:ext uri="{FF2B5EF4-FFF2-40B4-BE49-F238E27FC236}">
                <a16:creationId xmlns:a16="http://schemas.microsoft.com/office/drawing/2014/main" xmlns="" id="{2D0ED0E7-F4D2-46D6-AA23-A3F5AFBBC75B}"/>
              </a:ext>
            </a:extLst>
          </p:cNvPr>
          <p:cNvSpPr>
            <a:spLocks noGrp="1"/>
          </p:cNvSpPr>
          <p:nvPr>
            <p:ph type="body" sz="quarter" idx="20" hasCustomPrompt="1"/>
          </p:nvPr>
        </p:nvSpPr>
        <p:spPr>
          <a:xfrm>
            <a:off x="390726" y="2179151"/>
            <a:ext cx="1547404" cy="746928"/>
          </a:xfrm>
        </p:spPr>
        <p:txBody>
          <a:bodyPr anchor="t">
            <a:noAutofit/>
          </a:bodyPr>
          <a:lstStyle>
            <a:lvl1pPr marL="0" indent="0" algn="ctr">
              <a:buNone/>
              <a:defRPr sz="12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a-DK" dirty="0" smtClean="0"/>
              <a:t>Lorem </a:t>
            </a:r>
            <a:r>
              <a:rPr lang="da-DK" dirty="0"/>
              <a:t>ipsum dolor sit amet</a:t>
            </a:r>
            <a:endParaRPr lang="en-IN" dirty="0"/>
          </a:p>
        </p:txBody>
      </p:sp>
      <p:sp>
        <p:nvSpPr>
          <p:cNvPr id="35" name="Text Placeholder 10">
            <a:extLst>
              <a:ext uri="{FF2B5EF4-FFF2-40B4-BE49-F238E27FC236}">
                <a16:creationId xmlns:a16="http://schemas.microsoft.com/office/drawing/2014/main" xmlns="" id="{36F1E32F-8489-4C39-921B-1CEA7913480F}"/>
              </a:ext>
            </a:extLst>
          </p:cNvPr>
          <p:cNvSpPr>
            <a:spLocks noGrp="1"/>
          </p:cNvSpPr>
          <p:nvPr>
            <p:ph type="body" sz="quarter" idx="25" hasCustomPrompt="1"/>
          </p:nvPr>
        </p:nvSpPr>
        <p:spPr>
          <a:xfrm>
            <a:off x="5413862" y="1348782"/>
            <a:ext cx="420343" cy="460512"/>
          </a:xfrm>
        </p:spPr>
        <p:txBody>
          <a:bodyPr anchor="ctr">
            <a:noAutofit/>
          </a:bodyPr>
          <a:lstStyle>
            <a:lvl1pPr marL="0" indent="0" algn="l">
              <a:buNone/>
              <a:defRPr sz="2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t>
            </a:r>
            <a:endParaRPr lang="en-IN" dirty="0"/>
          </a:p>
        </p:txBody>
      </p:sp>
      <p:sp>
        <p:nvSpPr>
          <p:cNvPr id="36" name="Text Placeholder 10">
            <a:extLst>
              <a:ext uri="{FF2B5EF4-FFF2-40B4-BE49-F238E27FC236}">
                <a16:creationId xmlns:a16="http://schemas.microsoft.com/office/drawing/2014/main" xmlns="" id="{1C09293D-1A70-487C-AA43-9509B8CA6640}"/>
              </a:ext>
            </a:extLst>
          </p:cNvPr>
          <p:cNvSpPr>
            <a:spLocks noGrp="1"/>
          </p:cNvSpPr>
          <p:nvPr>
            <p:ph type="body" sz="quarter" idx="26" hasCustomPrompt="1"/>
          </p:nvPr>
        </p:nvSpPr>
        <p:spPr>
          <a:xfrm>
            <a:off x="6010608" y="1097232"/>
            <a:ext cx="2168204" cy="963613"/>
          </a:xfrm>
        </p:spPr>
        <p:txBody>
          <a:bodyPr anchor="ctr">
            <a:noAutofit/>
          </a:bodyPr>
          <a:lstStyle>
            <a:lvl1pPr marL="0" indent="0" algn="l">
              <a:buNone/>
              <a:defRPr sz="1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IN" dirty="0" smtClean="0"/>
              <a:t>Lorem </a:t>
            </a:r>
            <a:r>
              <a:rPr lang="en-IN" dirty="0"/>
              <a:t>ipsum</a:t>
            </a:r>
          </a:p>
        </p:txBody>
      </p:sp>
      <p:sp>
        <p:nvSpPr>
          <p:cNvPr id="37" name="Picture Placeholder 13">
            <a:extLst>
              <a:ext uri="{FF2B5EF4-FFF2-40B4-BE49-F238E27FC236}">
                <a16:creationId xmlns:a16="http://schemas.microsoft.com/office/drawing/2014/main" xmlns="" id="{00EF7116-152B-41E5-932C-394852941A60}"/>
              </a:ext>
            </a:extLst>
          </p:cNvPr>
          <p:cNvSpPr>
            <a:spLocks noGrp="1"/>
          </p:cNvSpPr>
          <p:nvPr>
            <p:ph type="pic" sz="quarter" idx="27" hasCustomPrompt="1"/>
          </p:nvPr>
        </p:nvSpPr>
        <p:spPr>
          <a:xfrm>
            <a:off x="2498268" y="1097232"/>
            <a:ext cx="963612" cy="963613"/>
          </a:xfrm>
        </p:spPr>
        <p:txBody>
          <a:bodyPr anchor="ctr">
            <a:normAutofit/>
          </a:bodyPr>
          <a:lstStyle>
            <a:lvl1pPr marL="0" indent="0" algn="ctr">
              <a:buNone/>
              <a:defRPr sz="1200"/>
            </a:lvl1pPr>
          </a:lstStyle>
          <a:p>
            <a:r>
              <a:rPr lang="en-IN" dirty="0" err="1"/>
              <a:t>L</a:t>
            </a:r>
            <a:r>
              <a:rPr lang="en-IN" dirty="0" err="1" smtClean="0"/>
              <a:t>con</a:t>
            </a:r>
            <a:endParaRPr lang="en-IN" dirty="0"/>
          </a:p>
        </p:txBody>
      </p:sp>
      <p:sp>
        <p:nvSpPr>
          <p:cNvPr id="38" name="Text Placeholder 10">
            <a:extLst>
              <a:ext uri="{FF2B5EF4-FFF2-40B4-BE49-F238E27FC236}">
                <a16:creationId xmlns:a16="http://schemas.microsoft.com/office/drawing/2014/main" xmlns="" id="{0692462B-8EE2-4567-8A1B-62BC7E2F04AF}"/>
              </a:ext>
            </a:extLst>
          </p:cNvPr>
          <p:cNvSpPr>
            <a:spLocks noGrp="1"/>
          </p:cNvSpPr>
          <p:nvPr>
            <p:ph type="body" sz="quarter" idx="28" hasCustomPrompt="1"/>
          </p:nvPr>
        </p:nvSpPr>
        <p:spPr>
          <a:xfrm>
            <a:off x="2206372" y="2179151"/>
            <a:ext cx="1547404" cy="746928"/>
          </a:xfrm>
        </p:spPr>
        <p:txBody>
          <a:bodyPr anchor="t">
            <a:noAutofit/>
          </a:bodyPr>
          <a:lstStyle>
            <a:lvl1pPr marL="0" indent="0" algn="ctr">
              <a:buNone/>
              <a:defRPr sz="12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a-DK" dirty="0" smtClean="0"/>
              <a:t>Lorem </a:t>
            </a:r>
            <a:r>
              <a:rPr lang="da-DK" dirty="0"/>
              <a:t>ipsum dolor sit amet</a:t>
            </a:r>
            <a:endParaRPr lang="en-IN" dirty="0"/>
          </a:p>
        </p:txBody>
      </p:sp>
      <p:sp>
        <p:nvSpPr>
          <p:cNvPr id="39" name="Picture Placeholder 13">
            <a:extLst>
              <a:ext uri="{FF2B5EF4-FFF2-40B4-BE49-F238E27FC236}">
                <a16:creationId xmlns:a16="http://schemas.microsoft.com/office/drawing/2014/main" xmlns="" id="{38D11A14-67BA-4AEA-8E23-08C6A47ED8E3}"/>
              </a:ext>
            </a:extLst>
          </p:cNvPr>
          <p:cNvSpPr>
            <a:spLocks noGrp="1"/>
          </p:cNvSpPr>
          <p:nvPr>
            <p:ph type="pic" sz="quarter" idx="29" hasCustomPrompt="1"/>
          </p:nvPr>
        </p:nvSpPr>
        <p:spPr>
          <a:xfrm>
            <a:off x="4313914" y="1097232"/>
            <a:ext cx="963612" cy="963613"/>
          </a:xfrm>
        </p:spPr>
        <p:txBody>
          <a:bodyPr anchor="ctr">
            <a:normAutofit/>
          </a:bodyPr>
          <a:lstStyle>
            <a:lvl1pPr marL="0" indent="0" algn="ctr">
              <a:buNone/>
              <a:defRPr sz="1200"/>
            </a:lvl1pPr>
          </a:lstStyle>
          <a:p>
            <a:r>
              <a:rPr lang="en-IN" dirty="0" err="1"/>
              <a:t>L</a:t>
            </a:r>
            <a:r>
              <a:rPr lang="en-IN" dirty="0" err="1" smtClean="0"/>
              <a:t>con</a:t>
            </a:r>
            <a:endParaRPr lang="en-IN" dirty="0"/>
          </a:p>
        </p:txBody>
      </p:sp>
      <p:sp>
        <p:nvSpPr>
          <p:cNvPr id="40" name="Text Placeholder 10">
            <a:extLst>
              <a:ext uri="{FF2B5EF4-FFF2-40B4-BE49-F238E27FC236}">
                <a16:creationId xmlns:a16="http://schemas.microsoft.com/office/drawing/2014/main" xmlns="" id="{83D1F2AE-9E3A-4C46-825F-1C9297ECE7D7}"/>
              </a:ext>
            </a:extLst>
          </p:cNvPr>
          <p:cNvSpPr>
            <a:spLocks noGrp="1"/>
          </p:cNvSpPr>
          <p:nvPr>
            <p:ph type="body" sz="quarter" idx="30" hasCustomPrompt="1"/>
          </p:nvPr>
        </p:nvSpPr>
        <p:spPr>
          <a:xfrm>
            <a:off x="4022018" y="2179151"/>
            <a:ext cx="1547404" cy="746928"/>
          </a:xfrm>
        </p:spPr>
        <p:txBody>
          <a:bodyPr anchor="t">
            <a:noAutofit/>
          </a:bodyPr>
          <a:lstStyle>
            <a:lvl1pPr marL="0" indent="0" algn="ctr">
              <a:buNone/>
              <a:defRPr sz="12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a-DK" dirty="0" smtClean="0"/>
              <a:t>Lorem </a:t>
            </a:r>
            <a:r>
              <a:rPr lang="da-DK" dirty="0"/>
              <a:t>ipsum dolor sit amet</a:t>
            </a:r>
            <a:endParaRPr lang="en-IN" dirty="0"/>
          </a:p>
        </p:txBody>
      </p:sp>
      <p:sp>
        <p:nvSpPr>
          <p:cNvPr id="2" name="flSlideMaster.Case study 1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4257983"/>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se study 2">
    <p:spTree>
      <p:nvGrpSpPr>
        <p:cNvPr id="1" name=""/>
        <p:cNvGrpSpPr/>
        <p:nvPr/>
      </p:nvGrpSpPr>
      <p:grpSpPr>
        <a:xfrm>
          <a:off x="0" y="0"/>
          <a:ext cx="0" cy="0"/>
          <a:chOff x="0" y="0"/>
          <a:chExt cx="0" cy="0"/>
        </a:xfrm>
      </p:grpSpPr>
      <p:sp>
        <p:nvSpPr>
          <p:cNvPr id="15" name="Picture Placeholder 13">
            <a:extLst>
              <a:ext uri="{FF2B5EF4-FFF2-40B4-BE49-F238E27FC236}">
                <a16:creationId xmlns:a16="http://schemas.microsoft.com/office/drawing/2014/main" xmlns="" id="{F0A016B9-8963-4669-9BB5-714E74ABE0FD}"/>
              </a:ext>
            </a:extLst>
          </p:cNvPr>
          <p:cNvSpPr>
            <a:spLocks noGrp="1"/>
          </p:cNvSpPr>
          <p:nvPr>
            <p:ph type="pic" sz="quarter" idx="15" hasCustomPrompt="1"/>
          </p:nvPr>
        </p:nvSpPr>
        <p:spPr>
          <a:xfrm>
            <a:off x="682622" y="1097232"/>
            <a:ext cx="963612" cy="963613"/>
          </a:xfrm>
        </p:spPr>
        <p:txBody>
          <a:bodyPr anchor="ctr">
            <a:normAutofit/>
          </a:bodyPr>
          <a:lstStyle>
            <a:lvl1pPr marL="0" indent="0" algn="ctr">
              <a:buNone/>
              <a:defRPr sz="1200"/>
            </a:lvl1pPr>
          </a:lstStyle>
          <a:p>
            <a:r>
              <a:rPr lang="en-IN" dirty="0" err="1"/>
              <a:t>L</a:t>
            </a:r>
            <a:r>
              <a:rPr lang="en-IN" dirty="0" err="1" smtClean="0"/>
              <a:t>con</a:t>
            </a:r>
            <a:endParaRPr lang="en-IN" dirty="0"/>
          </a:p>
        </p:txBody>
      </p:sp>
      <p:sp>
        <p:nvSpPr>
          <p:cNvPr id="18" name="Text Placeholder 10">
            <a:extLst>
              <a:ext uri="{FF2B5EF4-FFF2-40B4-BE49-F238E27FC236}">
                <a16:creationId xmlns:a16="http://schemas.microsoft.com/office/drawing/2014/main" xmlns="" id="{4539A862-A3CA-4C8E-A57B-1AFE20CCAE7D}"/>
              </a:ext>
            </a:extLst>
          </p:cNvPr>
          <p:cNvSpPr>
            <a:spLocks noGrp="1"/>
          </p:cNvSpPr>
          <p:nvPr>
            <p:ph type="body" sz="quarter" idx="18" hasCustomPrompt="1"/>
          </p:nvPr>
        </p:nvSpPr>
        <p:spPr>
          <a:xfrm>
            <a:off x="1696638" y="1348782"/>
            <a:ext cx="768420" cy="460512"/>
          </a:xfrm>
        </p:spPr>
        <p:txBody>
          <a:bodyPr anchor="ctr">
            <a:noAutofit/>
          </a:bodyPr>
          <a:lstStyle>
            <a:lvl1pPr marL="0" indent="0" algn="ctr">
              <a:buNone/>
              <a:defRPr sz="2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t>
            </a:r>
            <a:endParaRPr lang="en-IN" dirty="0"/>
          </a:p>
        </p:txBody>
      </p:sp>
      <p:sp>
        <p:nvSpPr>
          <p:cNvPr id="19" name="Text Placeholder 10">
            <a:extLst>
              <a:ext uri="{FF2B5EF4-FFF2-40B4-BE49-F238E27FC236}">
                <a16:creationId xmlns:a16="http://schemas.microsoft.com/office/drawing/2014/main" xmlns="" id="{9BEEC499-D2A4-45FF-95CB-88FEE9B32460}"/>
              </a:ext>
            </a:extLst>
          </p:cNvPr>
          <p:cNvSpPr>
            <a:spLocks noGrp="1"/>
          </p:cNvSpPr>
          <p:nvPr>
            <p:ph type="body" sz="quarter" idx="19" hasCustomPrompt="1"/>
          </p:nvPr>
        </p:nvSpPr>
        <p:spPr>
          <a:xfrm>
            <a:off x="3503687" y="1348782"/>
            <a:ext cx="768420" cy="460512"/>
          </a:xfrm>
        </p:spPr>
        <p:txBody>
          <a:bodyPr anchor="ctr">
            <a:noAutofit/>
          </a:bodyPr>
          <a:lstStyle>
            <a:lvl1pPr marL="0" indent="0" algn="ctr">
              <a:buNone/>
              <a:defRPr sz="2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t>
            </a:r>
            <a:endParaRPr lang="en-IN" dirty="0"/>
          </a:p>
        </p:txBody>
      </p:sp>
      <p:sp>
        <p:nvSpPr>
          <p:cNvPr id="20" name="Text Placeholder 10">
            <a:extLst>
              <a:ext uri="{FF2B5EF4-FFF2-40B4-BE49-F238E27FC236}">
                <a16:creationId xmlns:a16="http://schemas.microsoft.com/office/drawing/2014/main" xmlns="" id="{FC595FEB-9053-4FAD-9F81-F3CF38FB5222}"/>
              </a:ext>
            </a:extLst>
          </p:cNvPr>
          <p:cNvSpPr>
            <a:spLocks noGrp="1"/>
          </p:cNvSpPr>
          <p:nvPr>
            <p:ph type="body" sz="quarter" idx="20" hasCustomPrompt="1"/>
          </p:nvPr>
        </p:nvSpPr>
        <p:spPr>
          <a:xfrm>
            <a:off x="390726" y="2179151"/>
            <a:ext cx="1547404" cy="746928"/>
          </a:xfrm>
        </p:spPr>
        <p:txBody>
          <a:bodyPr anchor="t">
            <a:noAutofit/>
          </a:bodyPr>
          <a:lstStyle>
            <a:lvl1pPr marL="0" indent="0" algn="ctr">
              <a:buNone/>
              <a:defRPr sz="12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a-DK" dirty="0"/>
              <a:t>L</a:t>
            </a:r>
            <a:r>
              <a:rPr lang="da-DK" dirty="0" smtClean="0"/>
              <a:t>orem </a:t>
            </a:r>
            <a:r>
              <a:rPr lang="da-DK" dirty="0"/>
              <a:t>ipsum dolor sit amet</a:t>
            </a:r>
            <a:endParaRPr lang="en-IN" dirty="0"/>
          </a:p>
        </p:txBody>
      </p:sp>
      <p:sp>
        <p:nvSpPr>
          <p:cNvPr id="23" name="Text Placeholder 28">
            <a:extLst>
              <a:ext uri="{FF2B5EF4-FFF2-40B4-BE49-F238E27FC236}">
                <a16:creationId xmlns:a16="http://schemas.microsoft.com/office/drawing/2014/main" xmlns="" id="{85372873-121E-48CC-9CE9-AFCD0FEE8222}"/>
              </a:ext>
            </a:extLst>
          </p:cNvPr>
          <p:cNvSpPr>
            <a:spLocks noGrp="1"/>
          </p:cNvSpPr>
          <p:nvPr>
            <p:ph type="body" sz="quarter" idx="24" hasCustomPrompt="1"/>
          </p:nvPr>
        </p:nvSpPr>
        <p:spPr>
          <a:xfrm>
            <a:off x="390524" y="3108325"/>
            <a:ext cx="7113519" cy="2552700"/>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dirty="0" smtClean="0"/>
              <a:t>Lorem </a:t>
            </a:r>
            <a:r>
              <a:rPr lang="en-US" dirty="0"/>
              <a:t>ipsum dolor sit amet, consectetur adipiscing elit, sed do </a:t>
            </a:r>
            <a:r>
              <a:rPr lang="en-US" dirty="0" err="1"/>
              <a:t>eiusmod</a:t>
            </a:r>
            <a:r>
              <a:rPr lang="en-US" dirty="0"/>
              <a:t> tempor incididunt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nulla </a:t>
            </a:r>
            <a:r>
              <a:rPr lang="en-US" dirty="0" err="1"/>
              <a:t>pariatur</a:t>
            </a:r>
            <a:r>
              <a:rPr lang="en-US" dirty="0"/>
              <a:t>.</a:t>
            </a:r>
            <a:endParaRPr lang="en-IN" dirty="0"/>
          </a:p>
        </p:txBody>
      </p:sp>
      <p:pic>
        <p:nvPicPr>
          <p:cNvPr id="6" name="Picture 5">
            <a:extLst>
              <a:ext uri="{FF2B5EF4-FFF2-40B4-BE49-F238E27FC236}">
                <a16:creationId xmlns:a16="http://schemas.microsoft.com/office/drawing/2014/main" xmlns="" id="{446A7A0D-C40A-447E-8254-B4CB1EEC91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882650"/>
          </a:xfrm>
          <a:prstGeom prst="rect">
            <a:avLst/>
          </a:prstGeom>
        </p:spPr>
      </p:pic>
      <p:sp>
        <p:nvSpPr>
          <p:cNvPr id="3" name="Footer Placeholder 2"/>
          <p:cNvSpPr>
            <a:spLocks noGrp="1"/>
          </p:cNvSpPr>
          <p:nvPr>
            <p:ph type="ftr" sz="quarter" idx="11"/>
          </p:nvPr>
        </p:nvSpPr>
        <p:spPr/>
        <p:txBody>
          <a:bodyPr/>
          <a:lstStyle/>
          <a:p>
            <a:r>
              <a:rPr lang="en-IN">
                <a:solidFill>
                  <a:srgbClr val="2F3043"/>
                </a:solidFill>
              </a:rPr>
              <a:t>Vodafone Idea Confidential</a:t>
            </a:r>
          </a:p>
        </p:txBody>
      </p:sp>
      <p:sp>
        <p:nvSpPr>
          <p:cNvPr id="4" name="Slide Number Placeholder 3"/>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a:solidFill>
                <a:srgbClr val="2F3043"/>
              </a:solidFill>
            </a:endParaRPr>
          </a:p>
        </p:txBody>
      </p:sp>
      <p:cxnSp>
        <p:nvCxnSpPr>
          <p:cNvPr id="9" name="Straight Connector 8">
            <a:extLst>
              <a:ext uri="{FF2B5EF4-FFF2-40B4-BE49-F238E27FC236}">
                <a16:creationId xmlns:a16="http://schemas.microsoft.com/office/drawing/2014/main" xmlns="" id="{D8C69710-99EE-48FA-869F-A5616E1A4EC7}"/>
              </a:ext>
            </a:extLst>
          </p:cNvPr>
          <p:cNvCxnSpPr>
            <a:cxnSpLocks/>
          </p:cNvCxnSpPr>
          <p:nvPr userDrawn="1"/>
        </p:nvCxnSpPr>
        <p:spPr>
          <a:xfrm>
            <a:off x="1168400" y="164465"/>
            <a:ext cx="0" cy="5537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xmlns="" id="{5117EAE0-A8CF-4F85-A4B8-BDC607DE2869}"/>
              </a:ext>
            </a:extLst>
          </p:cNvPr>
          <p:cNvSpPr>
            <a:spLocks noGrp="1"/>
          </p:cNvSpPr>
          <p:nvPr>
            <p:ph type="body" sz="quarter" idx="13" hasCustomPrompt="1"/>
          </p:nvPr>
        </p:nvSpPr>
        <p:spPr>
          <a:xfrm>
            <a:off x="1401763" y="237067"/>
            <a:ext cx="2391303" cy="169863"/>
          </a:xfrm>
        </p:spPr>
        <p:txBody>
          <a:bodyPr anchor="ctr">
            <a:noAutofit/>
          </a:bodyPr>
          <a:lstStyle>
            <a:lvl1pPr marL="0" indent="0">
              <a:buNone/>
              <a:defRPr sz="11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a:t>
            </a:r>
            <a:r>
              <a:rPr lang="en-US" dirty="0" smtClean="0"/>
              <a:t>ase study</a:t>
            </a:r>
            <a:endParaRPr lang="en-IN" dirty="0"/>
          </a:p>
        </p:txBody>
      </p:sp>
      <p:sp>
        <p:nvSpPr>
          <p:cNvPr id="12" name="Text Placeholder 10">
            <a:extLst>
              <a:ext uri="{FF2B5EF4-FFF2-40B4-BE49-F238E27FC236}">
                <a16:creationId xmlns:a16="http://schemas.microsoft.com/office/drawing/2014/main" xmlns="" id="{F8EC6789-0E62-49AC-9FEC-72C121D4B424}"/>
              </a:ext>
            </a:extLst>
          </p:cNvPr>
          <p:cNvSpPr>
            <a:spLocks noGrp="1"/>
          </p:cNvSpPr>
          <p:nvPr>
            <p:ph type="body" sz="quarter" idx="14" hasCustomPrompt="1"/>
          </p:nvPr>
        </p:nvSpPr>
        <p:spPr>
          <a:xfrm>
            <a:off x="1401763" y="466462"/>
            <a:ext cx="2391303" cy="181768"/>
          </a:xfrm>
        </p:spPr>
        <p:txBody>
          <a:bodyPr anchor="ctr">
            <a:noAutofit/>
          </a:bodyPr>
          <a:lstStyle>
            <a:lvl1pPr marL="0" indent="0">
              <a:buNone/>
              <a:defRPr sz="1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a:t>
            </a:r>
            <a:r>
              <a:rPr lang="en-US" dirty="0" smtClean="0"/>
              <a:t>dd </a:t>
            </a:r>
            <a:r>
              <a:rPr lang="en-US" dirty="0"/>
              <a:t>text here</a:t>
            </a:r>
            <a:endParaRPr lang="en-IN" dirty="0"/>
          </a:p>
        </p:txBody>
      </p:sp>
      <p:pic>
        <p:nvPicPr>
          <p:cNvPr id="8" name="Graphic 7">
            <a:extLst>
              <a:ext uri="{FF2B5EF4-FFF2-40B4-BE49-F238E27FC236}">
                <a16:creationId xmlns:a16="http://schemas.microsoft.com/office/drawing/2014/main" xmlns="" id="{AEFA6446-9745-42A5-B6D4-06A190B3D01E}"/>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371475" y="242092"/>
            <a:ext cx="494798" cy="398466"/>
          </a:xfrm>
          <a:prstGeom prst="rect">
            <a:avLst/>
          </a:prstGeom>
        </p:spPr>
      </p:pic>
      <p:sp>
        <p:nvSpPr>
          <p:cNvPr id="27" name="Picture Placeholder 13">
            <a:extLst>
              <a:ext uri="{FF2B5EF4-FFF2-40B4-BE49-F238E27FC236}">
                <a16:creationId xmlns:a16="http://schemas.microsoft.com/office/drawing/2014/main" xmlns="" id="{9A8E1989-D33D-4749-94C2-E4251B6ED3D0}"/>
              </a:ext>
            </a:extLst>
          </p:cNvPr>
          <p:cNvSpPr>
            <a:spLocks noGrp="1"/>
          </p:cNvSpPr>
          <p:nvPr>
            <p:ph type="pic" sz="quarter" idx="27" hasCustomPrompt="1"/>
          </p:nvPr>
        </p:nvSpPr>
        <p:spPr>
          <a:xfrm>
            <a:off x="2498268" y="1097232"/>
            <a:ext cx="963612" cy="963613"/>
          </a:xfrm>
        </p:spPr>
        <p:txBody>
          <a:bodyPr anchor="ctr">
            <a:normAutofit/>
          </a:bodyPr>
          <a:lstStyle>
            <a:lvl1pPr marL="0" indent="0" algn="ctr">
              <a:buNone/>
              <a:defRPr sz="1200"/>
            </a:lvl1pPr>
          </a:lstStyle>
          <a:p>
            <a:r>
              <a:rPr lang="en-IN" dirty="0" err="1"/>
              <a:t>L</a:t>
            </a:r>
            <a:r>
              <a:rPr lang="en-IN" dirty="0" err="1" smtClean="0"/>
              <a:t>con</a:t>
            </a:r>
            <a:endParaRPr lang="en-IN" dirty="0"/>
          </a:p>
        </p:txBody>
      </p:sp>
      <p:sp>
        <p:nvSpPr>
          <p:cNvPr id="28" name="Text Placeholder 10">
            <a:extLst>
              <a:ext uri="{FF2B5EF4-FFF2-40B4-BE49-F238E27FC236}">
                <a16:creationId xmlns:a16="http://schemas.microsoft.com/office/drawing/2014/main" xmlns="" id="{940618CA-4D0F-4AD5-A892-F3C113DE279A}"/>
              </a:ext>
            </a:extLst>
          </p:cNvPr>
          <p:cNvSpPr>
            <a:spLocks noGrp="1"/>
          </p:cNvSpPr>
          <p:nvPr>
            <p:ph type="body" sz="quarter" idx="28" hasCustomPrompt="1"/>
          </p:nvPr>
        </p:nvSpPr>
        <p:spPr>
          <a:xfrm>
            <a:off x="2206372" y="2179151"/>
            <a:ext cx="1547404" cy="746928"/>
          </a:xfrm>
        </p:spPr>
        <p:txBody>
          <a:bodyPr anchor="t">
            <a:noAutofit/>
          </a:bodyPr>
          <a:lstStyle>
            <a:lvl1pPr marL="0" indent="0" algn="ctr">
              <a:buNone/>
              <a:defRPr sz="12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a-DK" dirty="0"/>
              <a:t>L</a:t>
            </a:r>
            <a:r>
              <a:rPr lang="da-DK" dirty="0" smtClean="0"/>
              <a:t>orem </a:t>
            </a:r>
            <a:r>
              <a:rPr lang="da-DK" dirty="0"/>
              <a:t>ipsum dolor sit amet</a:t>
            </a:r>
            <a:endParaRPr lang="en-IN" dirty="0"/>
          </a:p>
        </p:txBody>
      </p:sp>
      <p:sp>
        <p:nvSpPr>
          <p:cNvPr id="29" name="Picture Placeholder 13">
            <a:extLst>
              <a:ext uri="{FF2B5EF4-FFF2-40B4-BE49-F238E27FC236}">
                <a16:creationId xmlns:a16="http://schemas.microsoft.com/office/drawing/2014/main" xmlns="" id="{A9872997-CBAB-4EF3-9923-7AAB251BABE5}"/>
              </a:ext>
            </a:extLst>
          </p:cNvPr>
          <p:cNvSpPr>
            <a:spLocks noGrp="1"/>
          </p:cNvSpPr>
          <p:nvPr>
            <p:ph type="pic" sz="quarter" idx="29" hasCustomPrompt="1"/>
          </p:nvPr>
        </p:nvSpPr>
        <p:spPr>
          <a:xfrm>
            <a:off x="4313914" y="1097232"/>
            <a:ext cx="963612" cy="963613"/>
          </a:xfrm>
        </p:spPr>
        <p:txBody>
          <a:bodyPr anchor="ctr">
            <a:normAutofit/>
          </a:bodyPr>
          <a:lstStyle>
            <a:lvl1pPr marL="0" indent="0" algn="ctr">
              <a:buNone/>
              <a:defRPr sz="1200"/>
            </a:lvl1pPr>
          </a:lstStyle>
          <a:p>
            <a:r>
              <a:rPr lang="en-IN" dirty="0" err="1"/>
              <a:t>L</a:t>
            </a:r>
            <a:r>
              <a:rPr lang="en-IN" dirty="0" err="1" smtClean="0"/>
              <a:t>con</a:t>
            </a:r>
            <a:endParaRPr lang="en-IN" dirty="0"/>
          </a:p>
        </p:txBody>
      </p:sp>
      <p:sp>
        <p:nvSpPr>
          <p:cNvPr id="30" name="Text Placeholder 10">
            <a:extLst>
              <a:ext uri="{FF2B5EF4-FFF2-40B4-BE49-F238E27FC236}">
                <a16:creationId xmlns:a16="http://schemas.microsoft.com/office/drawing/2014/main" xmlns="" id="{DD328DEE-03FF-4D59-8E2D-2620E1EC2487}"/>
              </a:ext>
            </a:extLst>
          </p:cNvPr>
          <p:cNvSpPr>
            <a:spLocks noGrp="1"/>
          </p:cNvSpPr>
          <p:nvPr>
            <p:ph type="body" sz="quarter" idx="30" hasCustomPrompt="1"/>
          </p:nvPr>
        </p:nvSpPr>
        <p:spPr>
          <a:xfrm>
            <a:off x="4022018" y="2179151"/>
            <a:ext cx="1547404" cy="746928"/>
          </a:xfrm>
        </p:spPr>
        <p:txBody>
          <a:bodyPr anchor="t">
            <a:noAutofit/>
          </a:bodyPr>
          <a:lstStyle>
            <a:lvl1pPr marL="0" indent="0" algn="ctr">
              <a:buNone/>
              <a:defRPr sz="12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da-DK" dirty="0"/>
              <a:t>L</a:t>
            </a:r>
            <a:r>
              <a:rPr lang="da-DK" dirty="0" smtClean="0"/>
              <a:t>orem </a:t>
            </a:r>
            <a:r>
              <a:rPr lang="da-DK" dirty="0"/>
              <a:t>ipsum dolor sit amet</a:t>
            </a:r>
            <a:endParaRPr lang="en-IN" dirty="0"/>
          </a:p>
        </p:txBody>
      </p:sp>
      <p:sp>
        <p:nvSpPr>
          <p:cNvPr id="31" name="Text Placeholder 10">
            <a:extLst>
              <a:ext uri="{FF2B5EF4-FFF2-40B4-BE49-F238E27FC236}">
                <a16:creationId xmlns:a16="http://schemas.microsoft.com/office/drawing/2014/main" xmlns="" id="{7F8512D6-AE58-4333-B53A-1EFDA9781626}"/>
              </a:ext>
            </a:extLst>
          </p:cNvPr>
          <p:cNvSpPr>
            <a:spLocks noGrp="1"/>
          </p:cNvSpPr>
          <p:nvPr>
            <p:ph type="body" sz="quarter" idx="25" hasCustomPrompt="1"/>
          </p:nvPr>
        </p:nvSpPr>
        <p:spPr>
          <a:xfrm>
            <a:off x="5413862" y="1348782"/>
            <a:ext cx="420343" cy="460512"/>
          </a:xfrm>
        </p:spPr>
        <p:txBody>
          <a:bodyPr anchor="ctr">
            <a:noAutofit/>
          </a:bodyPr>
          <a:lstStyle>
            <a:lvl1pPr marL="0" indent="0" algn="l">
              <a:buNone/>
              <a:defRPr sz="2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t>
            </a:r>
            <a:endParaRPr lang="en-IN" dirty="0"/>
          </a:p>
        </p:txBody>
      </p:sp>
      <p:sp>
        <p:nvSpPr>
          <p:cNvPr id="33" name="Text Placeholder 10">
            <a:extLst>
              <a:ext uri="{FF2B5EF4-FFF2-40B4-BE49-F238E27FC236}">
                <a16:creationId xmlns:a16="http://schemas.microsoft.com/office/drawing/2014/main" xmlns="" id="{0825397B-6D7F-4000-B339-BE4850FB4C46}"/>
              </a:ext>
            </a:extLst>
          </p:cNvPr>
          <p:cNvSpPr>
            <a:spLocks noGrp="1"/>
          </p:cNvSpPr>
          <p:nvPr>
            <p:ph type="body" sz="quarter" idx="26" hasCustomPrompt="1"/>
          </p:nvPr>
        </p:nvSpPr>
        <p:spPr>
          <a:xfrm>
            <a:off x="6010608" y="1097232"/>
            <a:ext cx="2168204" cy="963613"/>
          </a:xfrm>
        </p:spPr>
        <p:txBody>
          <a:bodyPr anchor="ctr">
            <a:noAutofit/>
          </a:bodyPr>
          <a:lstStyle>
            <a:lvl1pPr marL="0" indent="0" algn="l">
              <a:buNone/>
              <a:defRPr sz="1800">
                <a:solidFill>
                  <a:schemeClr val="accent1"/>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IN" dirty="0"/>
              <a:t>L</a:t>
            </a:r>
            <a:r>
              <a:rPr lang="en-IN" dirty="0" smtClean="0"/>
              <a:t>orem </a:t>
            </a:r>
            <a:r>
              <a:rPr lang="en-IN" dirty="0"/>
              <a:t>ipsum</a:t>
            </a:r>
          </a:p>
        </p:txBody>
      </p:sp>
      <p:sp>
        <p:nvSpPr>
          <p:cNvPr id="35" name="Picture Placeholder 26">
            <a:extLst>
              <a:ext uri="{FF2B5EF4-FFF2-40B4-BE49-F238E27FC236}">
                <a16:creationId xmlns:a16="http://schemas.microsoft.com/office/drawing/2014/main" xmlns="" id="{543658AE-24FE-4767-91A4-1D674D02040A}"/>
              </a:ext>
            </a:extLst>
          </p:cNvPr>
          <p:cNvSpPr>
            <a:spLocks noGrp="1"/>
          </p:cNvSpPr>
          <p:nvPr>
            <p:ph type="pic" sz="quarter" idx="23"/>
          </p:nvPr>
        </p:nvSpPr>
        <p:spPr>
          <a:xfrm>
            <a:off x="8057252" y="876713"/>
            <a:ext cx="4143348" cy="6001166"/>
          </a:xfrm>
          <a:custGeom>
            <a:avLst/>
            <a:gdLst>
              <a:gd name="connsiteX0" fmla="*/ 0 w 4486275"/>
              <a:gd name="connsiteY0" fmla="*/ 0 h 5975350"/>
              <a:gd name="connsiteX1" fmla="*/ 4486275 w 4486275"/>
              <a:gd name="connsiteY1" fmla="*/ 0 h 5975350"/>
              <a:gd name="connsiteX2" fmla="*/ 4486275 w 4486275"/>
              <a:gd name="connsiteY2" fmla="*/ 5975350 h 5975350"/>
              <a:gd name="connsiteX3" fmla="*/ 0 w 4486275"/>
              <a:gd name="connsiteY3" fmla="*/ 5975350 h 5975350"/>
              <a:gd name="connsiteX4" fmla="*/ 0 w 4486275"/>
              <a:gd name="connsiteY4" fmla="*/ 0 h 5975350"/>
              <a:gd name="connsiteX0" fmla="*/ 2377440 w 4486275"/>
              <a:gd name="connsiteY0" fmla="*/ 0 h 5975350"/>
              <a:gd name="connsiteX1" fmla="*/ 4486275 w 4486275"/>
              <a:gd name="connsiteY1" fmla="*/ 0 h 5975350"/>
              <a:gd name="connsiteX2" fmla="*/ 4486275 w 4486275"/>
              <a:gd name="connsiteY2" fmla="*/ 5975350 h 5975350"/>
              <a:gd name="connsiteX3" fmla="*/ 0 w 4486275"/>
              <a:gd name="connsiteY3" fmla="*/ 5975350 h 5975350"/>
              <a:gd name="connsiteX4" fmla="*/ 2377440 w 4486275"/>
              <a:gd name="connsiteY4" fmla="*/ 0 h 5975350"/>
              <a:gd name="connsiteX0" fmla="*/ 2377440 w 4486275"/>
              <a:gd name="connsiteY0" fmla="*/ 0 h 5975350"/>
              <a:gd name="connsiteX1" fmla="*/ 4486275 w 4486275"/>
              <a:gd name="connsiteY1" fmla="*/ 0 h 5975350"/>
              <a:gd name="connsiteX2" fmla="*/ 4486275 w 4486275"/>
              <a:gd name="connsiteY2" fmla="*/ 5975350 h 5975350"/>
              <a:gd name="connsiteX3" fmla="*/ 0 w 4486275"/>
              <a:gd name="connsiteY3" fmla="*/ 5975350 h 5975350"/>
              <a:gd name="connsiteX4" fmla="*/ 2377440 w 4486275"/>
              <a:gd name="connsiteY4" fmla="*/ 0 h 5975350"/>
              <a:gd name="connsiteX0" fmla="*/ 2686586 w 4795421"/>
              <a:gd name="connsiteY0" fmla="*/ 0 h 5975350"/>
              <a:gd name="connsiteX1" fmla="*/ 4795421 w 4795421"/>
              <a:gd name="connsiteY1" fmla="*/ 0 h 5975350"/>
              <a:gd name="connsiteX2" fmla="*/ 4795421 w 4795421"/>
              <a:gd name="connsiteY2" fmla="*/ 5975350 h 5975350"/>
              <a:gd name="connsiteX3" fmla="*/ 309146 w 4795421"/>
              <a:gd name="connsiteY3" fmla="*/ 5975350 h 5975350"/>
              <a:gd name="connsiteX4" fmla="*/ 2686586 w 4795421"/>
              <a:gd name="connsiteY4" fmla="*/ 0 h 5975350"/>
              <a:gd name="connsiteX0" fmla="*/ 2686586 w 4795421"/>
              <a:gd name="connsiteY0" fmla="*/ 9940 h 5985290"/>
              <a:gd name="connsiteX1" fmla="*/ 4119560 w 4795421"/>
              <a:gd name="connsiteY1" fmla="*/ 0 h 5985290"/>
              <a:gd name="connsiteX2" fmla="*/ 4795421 w 4795421"/>
              <a:gd name="connsiteY2" fmla="*/ 5985290 h 5985290"/>
              <a:gd name="connsiteX3" fmla="*/ 309146 w 4795421"/>
              <a:gd name="connsiteY3" fmla="*/ 5985290 h 5985290"/>
              <a:gd name="connsiteX4" fmla="*/ 2686586 w 4795421"/>
              <a:gd name="connsiteY4" fmla="*/ 9940 h 5985290"/>
              <a:gd name="connsiteX0" fmla="*/ 2686586 w 4119560"/>
              <a:gd name="connsiteY0" fmla="*/ 9940 h 5995230"/>
              <a:gd name="connsiteX1" fmla="*/ 4119560 w 4119560"/>
              <a:gd name="connsiteY1" fmla="*/ 0 h 5995230"/>
              <a:gd name="connsiteX2" fmla="*/ 3423821 w 4119560"/>
              <a:gd name="connsiteY2" fmla="*/ 5995230 h 5995230"/>
              <a:gd name="connsiteX3" fmla="*/ 309146 w 4119560"/>
              <a:gd name="connsiteY3" fmla="*/ 5985290 h 5995230"/>
              <a:gd name="connsiteX4" fmla="*/ 2686586 w 4119560"/>
              <a:gd name="connsiteY4" fmla="*/ 9940 h 5995230"/>
              <a:gd name="connsiteX0" fmla="*/ 2686586 w 4129500"/>
              <a:gd name="connsiteY0" fmla="*/ 9940 h 6005169"/>
              <a:gd name="connsiteX1" fmla="*/ 4119560 w 4129500"/>
              <a:gd name="connsiteY1" fmla="*/ 0 h 6005169"/>
              <a:gd name="connsiteX2" fmla="*/ 4129500 w 4129500"/>
              <a:gd name="connsiteY2" fmla="*/ 6005169 h 6005169"/>
              <a:gd name="connsiteX3" fmla="*/ 309146 w 4129500"/>
              <a:gd name="connsiteY3" fmla="*/ 5985290 h 6005169"/>
              <a:gd name="connsiteX4" fmla="*/ 2686586 w 4129500"/>
              <a:gd name="connsiteY4" fmla="*/ 9940 h 6005169"/>
              <a:gd name="connsiteX0" fmla="*/ 2686586 w 4139878"/>
              <a:gd name="connsiteY0" fmla="*/ 0 h 5995229"/>
              <a:gd name="connsiteX1" fmla="*/ 4139438 w 4139878"/>
              <a:gd name="connsiteY1" fmla="*/ 9938 h 5995229"/>
              <a:gd name="connsiteX2" fmla="*/ 4129500 w 4139878"/>
              <a:gd name="connsiteY2" fmla="*/ 5995229 h 5995229"/>
              <a:gd name="connsiteX3" fmla="*/ 309146 w 4139878"/>
              <a:gd name="connsiteY3" fmla="*/ 5975350 h 5995229"/>
              <a:gd name="connsiteX4" fmla="*/ 2686586 w 4139878"/>
              <a:gd name="connsiteY4" fmla="*/ 0 h 5995229"/>
              <a:gd name="connsiteX0" fmla="*/ 2686586 w 4139878"/>
              <a:gd name="connsiteY0" fmla="*/ 5937 h 6001166"/>
              <a:gd name="connsiteX1" fmla="*/ 4139438 w 4139878"/>
              <a:gd name="connsiteY1" fmla="*/ 0 h 6001166"/>
              <a:gd name="connsiteX2" fmla="*/ 4129500 w 4139878"/>
              <a:gd name="connsiteY2" fmla="*/ 6001166 h 6001166"/>
              <a:gd name="connsiteX3" fmla="*/ 309146 w 4139878"/>
              <a:gd name="connsiteY3" fmla="*/ 5981287 h 6001166"/>
              <a:gd name="connsiteX4" fmla="*/ 2686586 w 4139878"/>
              <a:gd name="connsiteY4" fmla="*/ 5937 h 6001166"/>
              <a:gd name="connsiteX0" fmla="*/ 2674181 w 4143348"/>
              <a:gd name="connsiteY0" fmla="*/ 5937 h 6001166"/>
              <a:gd name="connsiteX1" fmla="*/ 4142908 w 4143348"/>
              <a:gd name="connsiteY1" fmla="*/ 0 h 6001166"/>
              <a:gd name="connsiteX2" fmla="*/ 4132970 w 4143348"/>
              <a:gd name="connsiteY2" fmla="*/ 6001166 h 6001166"/>
              <a:gd name="connsiteX3" fmla="*/ 312616 w 4143348"/>
              <a:gd name="connsiteY3" fmla="*/ 5981287 h 6001166"/>
              <a:gd name="connsiteX4" fmla="*/ 2674181 w 4143348"/>
              <a:gd name="connsiteY4" fmla="*/ 5937 h 6001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3348" h="6001166">
                <a:moveTo>
                  <a:pt x="2674181" y="5937"/>
                </a:moveTo>
                <a:lnTo>
                  <a:pt x="4142908" y="0"/>
                </a:lnTo>
                <a:cubicBezTo>
                  <a:pt x="4146221" y="2001723"/>
                  <a:pt x="4129657" y="3999443"/>
                  <a:pt x="4132970" y="6001166"/>
                </a:cubicBezTo>
                <a:lnTo>
                  <a:pt x="312616" y="5981287"/>
                </a:lnTo>
                <a:cubicBezTo>
                  <a:pt x="-309818" y="3739247"/>
                  <a:pt x="-226231" y="1545332"/>
                  <a:pt x="2674181" y="5937"/>
                </a:cubicBezTo>
                <a:close/>
              </a:path>
            </a:pathLst>
          </a:custGeom>
          <a:solidFill>
            <a:schemeClr val="bg1">
              <a:lumMod val="95000"/>
            </a:schemeClr>
          </a:solidFill>
        </p:spPr>
        <p:txBody>
          <a:bodyPr anchor="ctr">
            <a:normAutofit/>
          </a:bodyPr>
          <a:lstStyle>
            <a:lvl1pPr marL="0" indent="0" algn="ctr">
              <a:buNone/>
              <a:defRPr sz="1600"/>
            </a:lvl1pPr>
          </a:lstStyle>
          <a:p>
            <a:endParaRPr lang="en-IN"/>
          </a:p>
        </p:txBody>
      </p:sp>
      <p:sp>
        <p:nvSpPr>
          <p:cNvPr id="2" name="flSlideMaster.Case study 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640199050"/>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solidFill>
                  <a:srgbClr val="2F3043"/>
                </a:solidFill>
              </a:rPr>
              <a:t>Vodafone Idea Confidential</a:t>
            </a:r>
          </a:p>
        </p:txBody>
      </p:sp>
      <p:sp>
        <p:nvSpPr>
          <p:cNvPr id="4" name="Slide Number Placeholder 3"/>
          <p:cNvSpPr>
            <a:spLocks noGrp="1"/>
          </p:cNvSpPr>
          <p:nvPr>
            <p:ph type="sldNum" sz="quarter" idx="12"/>
          </p:nvPr>
        </p:nvSpPr>
        <p:spPr/>
        <p:txBody>
          <a:bodyPr/>
          <a:lstStyle/>
          <a:p>
            <a:fld id="{AC1CC88B-8153-4770-B0DF-840C5C37FBC3}" type="slidenum">
              <a:rPr lang="en-IN" smtClean="0">
                <a:solidFill>
                  <a:srgbClr val="2F3043"/>
                </a:solidFill>
              </a:rPr>
              <a:pPr/>
              <a:t>‹#›</a:t>
            </a:fld>
            <a:endParaRPr lang="en-IN">
              <a:solidFill>
                <a:srgbClr val="2F3043"/>
              </a:solidFill>
            </a:endParaRPr>
          </a:p>
        </p:txBody>
      </p:sp>
      <p:sp>
        <p:nvSpPr>
          <p:cNvPr id="2" name="flSlideMaster.Blank slid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223055782"/>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rgbClr val="FFFFFF"/>
              </a:solidFill>
            </a:endParaRPr>
          </a:p>
        </p:txBody>
      </p:sp>
      <p:pic>
        <p:nvPicPr>
          <p:cNvPr id="2" name="Graphic 1">
            <a:extLst>
              <a:ext uri="{FF2B5EF4-FFF2-40B4-BE49-F238E27FC236}">
                <a16:creationId xmlns:a16="http://schemas.microsoft.com/office/drawing/2014/main" xmlns="" id="{FD52C7E3-C987-44F1-BFC0-F68E18FCC07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2945" t="36291" r="7466" b="15355"/>
          <a:stretch/>
        </p:blipFill>
        <p:spPr>
          <a:xfrm>
            <a:off x="0" y="3171747"/>
            <a:ext cx="12192000" cy="3362816"/>
          </a:xfrm>
          <a:prstGeom prst="rect">
            <a:avLst/>
          </a:prstGeom>
        </p:spPr>
      </p:pic>
      <p:sp>
        <p:nvSpPr>
          <p:cNvPr id="15" name="Title 1">
            <a:extLst>
              <a:ext uri="{FF2B5EF4-FFF2-40B4-BE49-F238E27FC236}">
                <a16:creationId xmlns:a16="http://schemas.microsoft.com/office/drawing/2014/main" xmlns="" id="{D4283577-2908-411E-A039-F77CD91CA6AB}"/>
              </a:ext>
            </a:extLst>
          </p:cNvPr>
          <p:cNvSpPr>
            <a:spLocks noGrp="1"/>
          </p:cNvSpPr>
          <p:nvPr>
            <p:ph type="ctrTitle" hasCustomPrompt="1"/>
          </p:nvPr>
        </p:nvSpPr>
        <p:spPr>
          <a:xfrm>
            <a:off x="947738" y="1658374"/>
            <a:ext cx="10296525" cy="2715898"/>
          </a:xfrm>
        </p:spPr>
        <p:txBody>
          <a:bodyPr anchor="ctr">
            <a:noAutofit/>
          </a:bodyPr>
          <a:lstStyle>
            <a:lvl1pPr algn="ctr">
              <a:defRPr sz="8800" b="1">
                <a:solidFill>
                  <a:schemeClr val="bg1"/>
                </a:solidFill>
                <a:latin typeface="+mn-lt"/>
              </a:defRPr>
            </a:lvl1pPr>
          </a:lstStyle>
          <a:p>
            <a:r>
              <a:rPr lang="en-IN" dirty="0"/>
              <a:t>t</a:t>
            </a:r>
            <a:r>
              <a:rPr lang="en-IN" dirty="0" smtClean="0"/>
              <a:t>hank </a:t>
            </a:r>
            <a:r>
              <a:rPr lang="en-IN" dirty="0"/>
              <a:t>you</a:t>
            </a:r>
          </a:p>
        </p:txBody>
      </p:sp>
      <p:sp>
        <p:nvSpPr>
          <p:cNvPr id="5"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a:xfrm>
            <a:off x="371475" y="6018226"/>
            <a:ext cx="4114800" cy="365125"/>
          </a:xfrm>
        </p:spPr>
        <p:txBody>
          <a:bodyPr/>
          <a:lstStyle>
            <a:lvl1pPr>
              <a:defRPr>
                <a:solidFill>
                  <a:schemeClr val="bg1"/>
                </a:solidFill>
              </a:defRPr>
            </a:lvl1pPr>
          </a:lstStyle>
          <a:p>
            <a:r>
              <a:rPr lang="en-IN">
                <a:solidFill>
                  <a:srgbClr val="FFFFFF"/>
                </a:solidFill>
              </a:rPr>
              <a:t>Vodafone Idea Confidential</a:t>
            </a:r>
            <a:endParaRPr lang="en-IN" dirty="0">
              <a:solidFill>
                <a:srgbClr val="FFFFFF"/>
              </a:solidFill>
            </a:endParaRPr>
          </a:p>
        </p:txBody>
      </p:sp>
      <p:sp>
        <p:nvSpPr>
          <p:cNvPr id="6"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a:xfrm>
            <a:off x="5658966" y="6018226"/>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3" name="flSlideMaster.Thank You 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751146775"/>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0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96B10602-51AD-4B7A-B97D-577B598D18A8}"/>
              </a:ext>
            </a:extLst>
          </p:cNvPr>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solidFill>
                <a:srgbClr val="FFFFFF"/>
              </a:solidFill>
            </a:endParaRPr>
          </a:p>
        </p:txBody>
      </p:sp>
      <p:pic>
        <p:nvPicPr>
          <p:cNvPr id="2" name="Graphic 1">
            <a:extLst>
              <a:ext uri="{FF2B5EF4-FFF2-40B4-BE49-F238E27FC236}">
                <a16:creationId xmlns:a16="http://schemas.microsoft.com/office/drawing/2014/main" xmlns="" id="{FD52C7E3-C987-44F1-BFC0-F68E18FCC07C}"/>
              </a:ext>
            </a:extLst>
          </p:cNvPr>
          <p:cNvPicPr>
            <a:picLocks noChangeAspect="1"/>
          </p:cNvPicPr>
          <p:nvPr userDrawn="1"/>
        </p:nvPicPr>
        <p:blipFill rotWithShape="1">
          <a:blip r:embed="rId2">
            <a:extLst>
              <a:ext uri="{96DAC541-7B7A-43D3-8B79-37D633B846F1}">
                <asvg:svgBlip xmlns:asvg="http://schemas.microsoft.com/office/drawing/2016/SVG/main" xmlns="" r:embed="rId3"/>
              </a:ext>
            </a:extLst>
          </a:blip>
          <a:srcRect l="2945" t="36291" r="7466" b="15355"/>
          <a:stretch/>
        </p:blipFill>
        <p:spPr>
          <a:xfrm>
            <a:off x="0" y="3171747"/>
            <a:ext cx="12192000" cy="3362816"/>
          </a:xfrm>
          <a:prstGeom prst="rect">
            <a:avLst/>
          </a:prstGeom>
        </p:spPr>
      </p:pic>
      <p:sp>
        <p:nvSpPr>
          <p:cNvPr id="5" name="Footer Placeholder 2">
            <a:extLst>
              <a:ext uri="{FF2B5EF4-FFF2-40B4-BE49-F238E27FC236}">
                <a16:creationId xmlns:a16="http://schemas.microsoft.com/office/drawing/2014/main" xmlns="" id="{FA3A6C44-1E60-4AA0-944F-C492A60E4398}"/>
              </a:ext>
            </a:extLst>
          </p:cNvPr>
          <p:cNvSpPr>
            <a:spLocks noGrp="1"/>
          </p:cNvSpPr>
          <p:nvPr>
            <p:ph type="ftr" sz="quarter" idx="10"/>
          </p:nvPr>
        </p:nvSpPr>
        <p:spPr>
          <a:xfrm>
            <a:off x="371475" y="6018226"/>
            <a:ext cx="4114800" cy="365125"/>
          </a:xfrm>
        </p:spPr>
        <p:txBody>
          <a:bodyPr/>
          <a:lstStyle>
            <a:lvl1pPr>
              <a:defRPr>
                <a:solidFill>
                  <a:schemeClr val="bg1"/>
                </a:solidFill>
              </a:defRPr>
            </a:lvl1pPr>
          </a:lstStyle>
          <a:p>
            <a:r>
              <a:rPr lang="en-IN">
                <a:solidFill>
                  <a:srgbClr val="FFFFFF"/>
                </a:solidFill>
              </a:rPr>
              <a:t>Vodafone Idea Confidential</a:t>
            </a:r>
            <a:endParaRPr lang="en-IN" dirty="0">
              <a:solidFill>
                <a:srgbClr val="FFFFFF"/>
              </a:solidFill>
            </a:endParaRPr>
          </a:p>
        </p:txBody>
      </p:sp>
      <p:sp>
        <p:nvSpPr>
          <p:cNvPr id="6"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a:xfrm>
            <a:off x="5658966" y="6018226"/>
            <a:ext cx="874068" cy="365125"/>
          </a:xfrm>
        </p:spPr>
        <p:txBody>
          <a:bodyPr/>
          <a:lstStyle>
            <a:lvl1pPr>
              <a:defRPr>
                <a:solidFill>
                  <a:schemeClr val="bg1"/>
                </a:solidFill>
              </a:defRPr>
            </a:lvl1pPr>
          </a:lstStyle>
          <a:p>
            <a:fld id="{AC1CC88B-8153-4770-B0DF-840C5C37FBC3}" type="slidenum">
              <a:rPr lang="en-IN" smtClean="0">
                <a:solidFill>
                  <a:srgbClr val="FFFFFF"/>
                </a:solidFill>
              </a:rPr>
              <a:pPr/>
              <a:t>‹#›</a:t>
            </a:fld>
            <a:endParaRPr lang="en-IN" dirty="0">
              <a:solidFill>
                <a:srgbClr val="FFFFFF"/>
              </a:solidFill>
            </a:endParaRPr>
          </a:p>
        </p:txBody>
      </p:sp>
      <p:sp>
        <p:nvSpPr>
          <p:cNvPr id="7" name="Google Shape;407;p65"/>
          <p:cNvSpPr txBox="1"/>
          <p:nvPr userDrawn="1"/>
        </p:nvSpPr>
        <p:spPr>
          <a:xfrm>
            <a:off x="1839450" y="1070997"/>
            <a:ext cx="8284500" cy="4201500"/>
          </a:xfrm>
          <a:prstGeom prst="rect">
            <a:avLst/>
          </a:prstGeom>
          <a:noFill/>
          <a:ln>
            <a:noFill/>
          </a:ln>
        </p:spPr>
        <p:txBody>
          <a:bodyPr spcFirstLastPara="1" wrap="square" lIns="0" tIns="0" rIns="0" bIns="0" anchor="ctr" anchorCtr="0">
            <a:noAutofit/>
          </a:bodyPr>
          <a:lstStyle/>
          <a:p>
            <a:pPr marR="25400" algn="ctr">
              <a:lnSpc>
                <a:spcPct val="115000"/>
              </a:lnSpc>
            </a:pPr>
            <a:r>
              <a:rPr lang="en" sz="8800" b="1" dirty="0">
                <a:solidFill>
                  <a:srgbClr val="FFFFFF"/>
                </a:solidFill>
                <a:latin typeface="Vi Heavy"/>
                <a:ea typeface="Poppins"/>
                <a:cs typeface="Poppins"/>
                <a:sym typeface="Poppins"/>
              </a:rPr>
              <a:t>धन्यवाद</a:t>
            </a:r>
            <a:endParaRPr sz="8800" b="1" dirty="0">
              <a:solidFill>
                <a:srgbClr val="FFFFFF"/>
              </a:solidFill>
              <a:latin typeface="Vi Heavy"/>
              <a:ea typeface="Poppins"/>
              <a:cs typeface="Poppins"/>
              <a:sym typeface="Poppins"/>
            </a:endParaRPr>
          </a:p>
        </p:txBody>
      </p:sp>
      <p:sp>
        <p:nvSpPr>
          <p:cNvPr id="3" name="flSlideMaster.Thank You 0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30210218"/>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4B1F989-E84A-407F-AE6A-65BCED650A02}" type="datetime1">
              <a:rPr lang="en-IN" smtClean="0">
                <a:solidFill>
                  <a:srgbClr val="2F3043"/>
                </a:solidFill>
              </a:rPr>
              <a:pPr/>
              <a:t>25-08-2023</a:t>
            </a:fld>
            <a:endParaRPr lang="en-IN">
              <a:solidFill>
                <a:srgbClr val="2F3043"/>
              </a:solidFill>
            </a:endParaRPr>
          </a:p>
        </p:txBody>
      </p:sp>
      <p:sp>
        <p:nvSpPr>
          <p:cNvPr id="3" name="Footer Placeholder 2"/>
          <p:cNvSpPr>
            <a:spLocks noGrp="1"/>
          </p:cNvSpPr>
          <p:nvPr>
            <p:ph type="ftr" sz="quarter" idx="11"/>
          </p:nvPr>
        </p:nvSpPr>
        <p:spPr/>
        <p:txBody>
          <a:bodyPr/>
          <a:lstStyle/>
          <a:p>
            <a:endParaRPr lang="en-IN">
              <a:solidFill>
                <a:srgbClr val="2F3043"/>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299996D-5F79-461B-8953-818D502E1074}" type="slidenum">
              <a:rPr lang="en-IN" smtClean="0">
                <a:solidFill>
                  <a:srgbClr val="2F3043"/>
                </a:solidFill>
              </a:rPr>
              <a:pPr/>
              <a:t>‹#›</a:t>
            </a:fld>
            <a:endParaRPr lang="en-IN">
              <a:solidFill>
                <a:srgbClr val="2F3043"/>
              </a:solidFill>
            </a:endParaRPr>
          </a:p>
        </p:txBody>
      </p:sp>
      <p:sp>
        <p:nvSpPr>
          <p:cNvPr id="5" name="flSlideMaster.Blank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0108575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Title 3"/>
          <p:cNvSpPr>
            <a:spLocks noGrp="1"/>
          </p:cNvSpPr>
          <p:nvPr>
            <p:ph type="title" hasCustomPrompt="1"/>
          </p:nvPr>
        </p:nvSpPr>
        <p:spPr/>
        <p:txBody>
          <a:bodyPr/>
          <a:lstStyle/>
          <a:p>
            <a:r>
              <a:rPr lang="en-GB" dirty="0"/>
              <a:t>Page title</a:t>
            </a:r>
          </a:p>
        </p:txBody>
      </p:sp>
      <p:sp>
        <p:nvSpPr>
          <p:cNvPr id="2" name="flSlideMaster.Title Only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7870831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459"/>
        <p:cNvGrpSpPr/>
        <p:nvPr/>
      </p:nvGrpSpPr>
      <p:grpSpPr>
        <a:xfrm>
          <a:off x="0" y="0"/>
          <a:ext cx="0" cy="0"/>
          <a:chOff x="0" y="0"/>
          <a:chExt cx="0" cy="0"/>
        </a:xfrm>
      </p:grpSpPr>
      <p:sp>
        <p:nvSpPr>
          <p:cNvPr id="460" name="Google Shape;460;p61"/>
          <p:cNvSpPr txBox="1">
            <a:spLocks noGrp="1"/>
          </p:cNvSpPr>
          <p:nvPr>
            <p:ph type="title"/>
          </p:nvPr>
        </p:nvSpPr>
        <p:spPr>
          <a:xfrm>
            <a:off x="838200" y="365125"/>
            <a:ext cx="10515600" cy="1325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Font typeface="Montserrat SemiBold"/>
              <a:buNone/>
              <a:defRPr b="0">
                <a:latin typeface="Montserrat SemiBold"/>
                <a:ea typeface="Montserrat SemiBold"/>
                <a:cs typeface="Montserrat SemiBold"/>
                <a:sym typeface="Montserrat SemiBold"/>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461" name="Google Shape;461;p61"/>
          <p:cNvSpPr txBox="1">
            <a:spLocks noGrp="1"/>
          </p:cNvSpPr>
          <p:nvPr>
            <p:ph type="body" idx="1"/>
          </p:nvPr>
        </p:nvSpPr>
        <p:spPr>
          <a:xfrm>
            <a:off x="838200" y="1825625"/>
            <a:ext cx="10515600" cy="4351200"/>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vl1pPr>
            <a:lvl2pPr marL="1219170" lvl="1" indent="-423323" algn="l" rtl="0">
              <a:lnSpc>
                <a:spcPct val="90000"/>
              </a:lnSpc>
              <a:spcBef>
                <a:spcPts val="1600"/>
              </a:spcBef>
              <a:spcAft>
                <a:spcPts val="0"/>
              </a:spcAft>
              <a:buClr>
                <a:schemeClr val="dk1"/>
              </a:buClr>
              <a:buSzPts val="1400"/>
              <a:buChar char="○"/>
              <a:defRPr/>
            </a:lvl2pPr>
            <a:lvl3pPr marL="1828754" lvl="2" indent="-423323" algn="l" rtl="0">
              <a:lnSpc>
                <a:spcPct val="90000"/>
              </a:lnSpc>
              <a:spcBef>
                <a:spcPts val="1600"/>
              </a:spcBef>
              <a:spcAft>
                <a:spcPts val="0"/>
              </a:spcAft>
              <a:buClr>
                <a:schemeClr val="dk1"/>
              </a:buClr>
              <a:buSzPts val="1400"/>
              <a:buChar char="■"/>
              <a:defRPr/>
            </a:lvl3pPr>
            <a:lvl4pPr marL="2438339" lvl="3" indent="-423323" algn="l" rtl="0">
              <a:lnSpc>
                <a:spcPct val="90000"/>
              </a:lnSpc>
              <a:spcBef>
                <a:spcPts val="1600"/>
              </a:spcBef>
              <a:spcAft>
                <a:spcPts val="0"/>
              </a:spcAft>
              <a:buClr>
                <a:schemeClr val="dk1"/>
              </a:buClr>
              <a:buSzPts val="1400"/>
              <a:buChar char="●"/>
              <a:defRPr/>
            </a:lvl4pPr>
            <a:lvl5pPr marL="3047924" lvl="4" indent="-423323" algn="l" rtl="0">
              <a:lnSpc>
                <a:spcPct val="90000"/>
              </a:lnSpc>
              <a:spcBef>
                <a:spcPts val="1600"/>
              </a:spcBef>
              <a:spcAft>
                <a:spcPts val="0"/>
              </a:spcAft>
              <a:buClr>
                <a:schemeClr val="dk1"/>
              </a:buClr>
              <a:buSzPts val="14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462" name="Google Shape;462;p61"/>
          <p:cNvSpPr txBox="1">
            <a:spLocks noGrp="1"/>
          </p:cNvSpPr>
          <p:nvPr>
            <p:ph type="dt" idx="10"/>
          </p:nvPr>
        </p:nvSpPr>
        <p:spPr>
          <a:xfrm>
            <a:off x="838200" y="6356351"/>
            <a:ext cx="2743200" cy="3652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9pPr>
          </a:lstStyle>
          <a:p>
            <a:endParaRPr/>
          </a:p>
        </p:txBody>
      </p:sp>
      <p:sp>
        <p:nvSpPr>
          <p:cNvPr id="463" name="Google Shape;463;p61"/>
          <p:cNvSpPr txBox="1">
            <a:spLocks noGrp="1"/>
          </p:cNvSpPr>
          <p:nvPr>
            <p:ph type="ftr" idx="11"/>
          </p:nvPr>
        </p:nvSpPr>
        <p:spPr>
          <a:xfrm>
            <a:off x="4038600" y="6356351"/>
            <a:ext cx="4114800" cy="3652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67" b="0" i="0" u="none" strike="noStrike" cap="none">
                <a:solidFill>
                  <a:srgbClr val="000000"/>
                </a:solidFill>
                <a:latin typeface="Arial"/>
                <a:ea typeface="Arial"/>
                <a:cs typeface="Arial"/>
                <a:sym typeface="Arial"/>
              </a:defRPr>
            </a:lvl9pPr>
          </a:lstStyle>
          <a:p>
            <a:endParaRPr/>
          </a:p>
        </p:txBody>
      </p:sp>
      <p:sp>
        <p:nvSpPr>
          <p:cNvPr id="464" name="Google Shape;464;p61"/>
          <p:cNvSpPr txBox="1">
            <a:spLocks noGrp="1"/>
          </p:cNvSpPr>
          <p:nvPr>
            <p:ph type="sldNum" idx="12"/>
          </p:nvPr>
        </p:nvSpPr>
        <p:spPr>
          <a:xfrm>
            <a:off x="8610600" y="6356351"/>
            <a:ext cx="2743200" cy="365200"/>
          </a:xfrm>
          <a:prstGeom prst="rect">
            <a:avLst/>
          </a:prstGeom>
          <a:noFill/>
          <a:ln>
            <a:noFill/>
          </a:ln>
        </p:spPr>
        <p:txBody>
          <a:bodyPr spcFirstLastPara="1" wrap="square" lIns="68575" tIns="34275" rIns="68575" bIns="3427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94997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55753C-4A44-4772-9D59-6183F24F53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25660E6-C14E-46A3-BDE4-F1615D79FE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06A8146-A2D7-42C1-8202-31FFBBE3DCF1}"/>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8BB300DF-A18C-40D8-AFE7-1B60999C965A}"/>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822C44BA-08C7-4C0B-BDCB-4925F1CD91DA}"/>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7" name="flSlideMaster108.Title Slide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8678893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B68469-1D31-46C9-BFBC-BD99BBF639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395DF95-C33B-4283-8AC9-89A847EAB9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B28F6E6-67D5-44A4-8C17-EEC05C7A4C52}"/>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3F69DF80-42A2-488B-B568-AB4CDAE262B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56D5E424-7592-49C7-B84A-14C137D357AC}"/>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7" name="flSlideMaster108.Title and Conten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2817025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2FDEFB-458F-469D-870C-863C7B579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C1E0EE3-393F-4AAE-9997-ABFB2CF913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8B46727-0812-464E-B0CC-C6C216448BC6}"/>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426CF91D-2DAA-4CB9-89F3-A0E08F58536B}"/>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E18E125A-9E05-46CE-8624-904B700E284F}"/>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7" name="flSlideMaster108.Section Header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391022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589409-C1E9-4A95-B0F0-198800B9EE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ECF6EEF-A644-436A-9B1F-E7D3CDA0E6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72F66DB0-DB13-4089-B2A4-DAA2BE8E5C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1DAEC4D-438D-4F0E-9A7D-0BD18877D510}"/>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FF7F2715-8536-457B-88C9-29356D041CC6}"/>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818B2816-D116-4708-B632-F614A03AA181}"/>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8" name="flSlideMaster108.Two Conten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867560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850630-21BF-44FF-BCA2-DF26E5BC45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4F6B6DE-94AE-4573-8215-1AE337CDC6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53DC237-EAF4-4ECA-A35C-82A2442C32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DDF40680-B36D-4B37-BFAE-BC91A3E456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C9135FC-4594-4856-AE9E-65947DBF38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0697C4E-131D-4F6B-A04D-18DFC17B71F6}"/>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8" name="Footer Placeholder 7">
            <a:extLst>
              <a:ext uri="{FF2B5EF4-FFF2-40B4-BE49-F238E27FC236}">
                <a16:creationId xmlns:a16="http://schemas.microsoft.com/office/drawing/2014/main" xmlns="" id="{5676B664-C61A-455B-88AF-7AA90F36C764}"/>
              </a:ext>
            </a:extLst>
          </p:cNvPr>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xmlns="" id="{728E1FC8-80A4-43CE-BB03-01619E368C2F}"/>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10" name="flSlideMaster108.Comparison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3990631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8AA2E8-9D04-4107-9110-4EABF2D1006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624FE60-A4A2-49ED-8FDB-FB5277A4C0F0}"/>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4" name="Footer Placeholder 3">
            <a:extLst>
              <a:ext uri="{FF2B5EF4-FFF2-40B4-BE49-F238E27FC236}">
                <a16:creationId xmlns:a16="http://schemas.microsoft.com/office/drawing/2014/main" xmlns="" id="{2CC725C6-B104-412B-AA6E-849B04CC8664}"/>
              </a:ext>
            </a:extLst>
          </p:cNvPr>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xmlns="" id="{AA5470CE-F38C-48BF-B749-BD87DCA626BB}"/>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6" name="flSlideMaster108.Title Only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42791750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9B55CE4-54FF-4267-83FA-2258BA698B8F}"/>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3" name="Footer Placeholder 2">
            <a:extLst>
              <a:ext uri="{FF2B5EF4-FFF2-40B4-BE49-F238E27FC236}">
                <a16:creationId xmlns:a16="http://schemas.microsoft.com/office/drawing/2014/main" xmlns="" id="{A270EC0D-542E-4C75-9AF2-62173BCFC70E}"/>
              </a:ext>
            </a:extLst>
          </p:cNvPr>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a:extLst>
              <a:ext uri="{FF2B5EF4-FFF2-40B4-BE49-F238E27FC236}">
                <a16:creationId xmlns:a16="http://schemas.microsoft.com/office/drawing/2014/main" xmlns="" id="{BB8378FF-A32A-4210-B363-95A1992A1D52}"/>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5" name="flSlideMaster108.Blank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1595047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5197E8-3C38-4316-A0EB-995265AC2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C6974D3-F6AF-4B0A-B7D9-4E5EB67555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6BC40D14-F7FE-4C87-9949-6F457A6116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B3DEC74-8E21-48DB-8949-61AC68C58C32}"/>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86BACD53-FD48-465C-B723-DFD6862943BE}"/>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CEB4A023-E182-4F40-8283-FFC36E0B9202}"/>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8" name="flSlideMaster108.Content with Caption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17315855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B3B365-59EB-46EE-BA81-20BF929A64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9D35CA7-C233-449B-9D9D-7E3920929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4FC0E3E7-F596-48AD-A0FD-B9E8DF534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B39A829-52DE-4607-96C0-2E4C5E6A5AF7}"/>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6" name="Footer Placeholder 5">
            <a:extLst>
              <a:ext uri="{FF2B5EF4-FFF2-40B4-BE49-F238E27FC236}">
                <a16:creationId xmlns:a16="http://schemas.microsoft.com/office/drawing/2014/main" xmlns="" id="{ED71A5F5-A24C-4E40-8D77-EE713B6D5576}"/>
              </a:ext>
            </a:extLst>
          </p:cNvPr>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a:extLst>
              <a:ext uri="{FF2B5EF4-FFF2-40B4-BE49-F238E27FC236}">
                <a16:creationId xmlns:a16="http://schemas.microsoft.com/office/drawing/2014/main" xmlns="" id="{1B5AB056-5CBA-49BB-B74D-6C2F95846182}"/>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8" name="flSlideMaster108.Picture with Caption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00990169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BAAF77-61C2-41F9-9B7E-7BCE42A1E7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653FE6A-6C73-4A39-983B-2CCA519892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55A5A58-74EF-42E8-A551-E0FAC1A77EC7}"/>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933794ED-015A-4565-9201-7A0F5F43ABAD}"/>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A00B2857-77DD-48E0-83D4-E8512E549DD5}"/>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7" name="flSlideMaster108.Title and Vertical Tex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3370074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29E790E-00F4-4750-9822-625974C1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FE58627-045D-4200-B621-A8A22E7BE6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5D5A6A1-7AF9-4B24-A3E9-1C40CD34993F}"/>
              </a:ext>
            </a:extLst>
          </p:cNvPr>
          <p:cNvSpPr>
            <a:spLocks noGrp="1"/>
          </p:cNvSpPr>
          <p:nvPr>
            <p:ph type="dt" sz="half" idx="10"/>
          </p:nvPr>
        </p:nvSpPr>
        <p:spPr/>
        <p:txBody>
          <a:bodyPr/>
          <a:lstStyle/>
          <a:p>
            <a:fld id="{2E82A3C1-3EE7-4FC9-8948-4B19174F1E10}" type="datetimeFigureOut">
              <a:rPr lang="en-IN" smtClean="0">
                <a:solidFill>
                  <a:prstClr val="black">
                    <a:tint val="75000"/>
                  </a:prstClr>
                </a:solidFill>
              </a:rPr>
              <a:pPr/>
              <a:t>25-08-2023</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xmlns="" id="{246BB773-92DB-4C73-9F86-E087EC6879A0}"/>
              </a:ext>
            </a:extLst>
          </p:cNvPr>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xmlns="" id="{48B083D3-A280-437B-A7C0-3ECF466E77E6}"/>
              </a:ext>
            </a:extLst>
          </p:cNvPr>
          <p:cNvSpPr>
            <a:spLocks noGrp="1"/>
          </p:cNvSpPr>
          <p:nvPr>
            <p:ph type="sldNum" sz="quarter" idx="12"/>
          </p:nvPr>
        </p:nvSpPr>
        <p:spPr/>
        <p:txBody>
          <a:bodyPr/>
          <a:lstStyle/>
          <a:p>
            <a:fld id="{5E887E99-A3FC-432B-95DE-84E8D5DB0BE0}" type="slidenum">
              <a:rPr lang="en-IN" smtClean="0">
                <a:solidFill>
                  <a:prstClr val="black">
                    <a:tint val="75000"/>
                  </a:prstClr>
                </a:solidFill>
              </a:rPr>
              <a:pPr/>
              <a:t>‹#›</a:t>
            </a:fld>
            <a:endParaRPr lang="en-IN">
              <a:solidFill>
                <a:prstClr val="black">
                  <a:tint val="75000"/>
                </a:prstClr>
              </a:solidFill>
            </a:endParaRPr>
          </a:p>
        </p:txBody>
      </p:sp>
      <p:sp>
        <p:nvSpPr>
          <p:cNvPr id="7" name="flSlideMaster108.Vertical Title and Text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3648473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Case study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446A7A0D-C40A-447E-8254-B4CB1EEC91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0800"/>
            <a:ext cx="12192000" cy="882650"/>
          </a:xfrm>
          <a:prstGeom prst="rect">
            <a:avLst/>
          </a:prstGeom>
        </p:spPr>
      </p:pic>
      <p:cxnSp>
        <p:nvCxnSpPr>
          <p:cNvPr id="9" name="Straight Connector 8">
            <a:extLst>
              <a:ext uri="{FF2B5EF4-FFF2-40B4-BE49-F238E27FC236}">
                <a16:creationId xmlns:a16="http://schemas.microsoft.com/office/drawing/2014/main" xmlns="" id="{D8C69710-99EE-48FA-869F-A5616E1A4EC7}"/>
              </a:ext>
            </a:extLst>
          </p:cNvPr>
          <p:cNvCxnSpPr>
            <a:cxnSpLocks/>
          </p:cNvCxnSpPr>
          <p:nvPr userDrawn="1"/>
        </p:nvCxnSpPr>
        <p:spPr>
          <a:xfrm>
            <a:off x="1168400" y="164465"/>
            <a:ext cx="0" cy="5537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xmlns="" id="{AEFA6446-9745-42A5-B6D4-06A190B3D01E}"/>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371475" y="242092"/>
            <a:ext cx="494798" cy="398466"/>
          </a:xfrm>
          <a:prstGeom prst="rect">
            <a:avLst/>
          </a:prstGeom>
        </p:spPr>
      </p:pic>
      <p:sp>
        <p:nvSpPr>
          <p:cNvPr id="22" name="Slide Number Placeholder 3">
            <a:extLst>
              <a:ext uri="{FF2B5EF4-FFF2-40B4-BE49-F238E27FC236}">
                <a16:creationId xmlns:a16="http://schemas.microsoft.com/office/drawing/2014/main" xmlns="" id="{1F238215-5C65-48C8-9961-9D720CA1C721}"/>
              </a:ext>
            </a:extLst>
          </p:cNvPr>
          <p:cNvSpPr>
            <a:spLocks noGrp="1"/>
          </p:cNvSpPr>
          <p:nvPr>
            <p:ph type="sldNum" sz="quarter" idx="11"/>
          </p:nvPr>
        </p:nvSpPr>
        <p:spPr>
          <a:xfrm>
            <a:off x="5658965" y="6450028"/>
            <a:ext cx="874068" cy="365125"/>
          </a:xfrm>
          <a:prstGeom prst="rect">
            <a:avLst/>
          </a:prstGeom>
        </p:spPr>
        <p:txBody>
          <a:bodyPr anchor="ctr"/>
          <a:lstStyle>
            <a:lvl1pPr algn="ctr">
              <a:defRPr sz="1100">
                <a:solidFill>
                  <a:schemeClr val="tx1"/>
                </a:solidFill>
                <a:latin typeface="+mn-lt"/>
              </a:defRPr>
            </a:lvl1pPr>
          </a:lstStyle>
          <a:p>
            <a:pPr defTabSz="914126"/>
            <a:fld id="{AC1CC88B-8153-4770-B0DF-840C5C37FBC3}" type="slidenum">
              <a:rPr lang="en-IN" smtClean="0">
                <a:solidFill>
                  <a:prstClr val="black"/>
                </a:solidFill>
              </a:rPr>
              <a:pPr defTabSz="914126"/>
              <a:t>‹#›</a:t>
            </a:fld>
            <a:endParaRPr lang="en-IN" dirty="0">
              <a:solidFill>
                <a:prstClr val="black"/>
              </a:solidFill>
            </a:endParaRPr>
          </a:p>
        </p:txBody>
      </p:sp>
      <p:sp>
        <p:nvSpPr>
          <p:cNvPr id="2" name="TextBox 1"/>
          <p:cNvSpPr txBox="1"/>
          <p:nvPr userDrawn="1"/>
        </p:nvSpPr>
        <p:spPr>
          <a:xfrm>
            <a:off x="88923" y="6501784"/>
            <a:ext cx="3239344" cy="261610"/>
          </a:xfrm>
          <a:prstGeom prst="rect">
            <a:avLst/>
          </a:prstGeom>
          <a:noFill/>
        </p:spPr>
        <p:txBody>
          <a:bodyPr wrap="square" rtlCol="0">
            <a:spAutoFit/>
          </a:bodyPr>
          <a:lstStyle/>
          <a:p>
            <a:r>
              <a:rPr lang="en-US" sz="1100" dirty="0">
                <a:solidFill>
                  <a:srgbClr val="030305"/>
                </a:solidFill>
              </a:rPr>
              <a:t>Vodafone Idea Confidential</a:t>
            </a:r>
          </a:p>
        </p:txBody>
      </p:sp>
      <p:sp>
        <p:nvSpPr>
          <p:cNvPr id="3" name="flSlideMaster108.1_Case study 2Footer" descr="C1 – Vodafone Idea External"/>
          <p:cNvSpPr txBox="1"/>
          <p:nvPr userDrawn="1"/>
        </p:nvSpPr>
        <p:spPr>
          <a:xfrm>
            <a:off x="0" y="6515100"/>
            <a:ext cx="12192000" cy="246221"/>
          </a:xfrm>
          <a:prstGeom prst="rect">
            <a:avLst/>
          </a:prstGeom>
          <a:noFill/>
        </p:spPr>
        <p:txBody>
          <a:bodyPr vert="horz" rtlCol="0">
            <a:spAutoFit/>
          </a:bodyPr>
          <a:lstStyle/>
          <a:p>
            <a:pPr algn="l"/>
            <a:r>
              <a:rPr lang="en-US" sz="1000" b="0" i="0" u="none" baseline="0" smtClean="0">
                <a:solidFill>
                  <a:srgbClr val="666666"/>
                </a:solidFill>
                <a:latin typeface="vodafone rg" panose="020B0606080202020204" pitchFamily="34" charset="0"/>
              </a:rPr>
              <a:t>C1 – Vodafone Idea External</a:t>
            </a:r>
            <a:endParaRPr lang="en-US" sz="1000" b="0" i="0" u="none" baseline="0">
              <a:solidFill>
                <a:srgbClr val="666666"/>
              </a:solidFill>
              <a:latin typeface="vodafone rg" panose="020B0606080202020204" pitchFamily="34" charset="0"/>
            </a:endParaRPr>
          </a:p>
        </p:txBody>
      </p:sp>
    </p:spTree>
    <p:extLst>
      <p:ext uri="{BB962C8B-B14F-4D97-AF65-F5344CB8AC3E}">
        <p14:creationId xmlns:p14="http://schemas.microsoft.com/office/powerpoint/2010/main" val="25629611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3_Layout 3x1 with Headings">
  <p:cSld name="3_Layout 3x1 with Headings">
    <p:spTree>
      <p:nvGrpSpPr>
        <p:cNvPr id="1" name="Shape 318"/>
        <p:cNvGrpSpPr/>
        <p:nvPr/>
      </p:nvGrpSpPr>
      <p:grpSpPr>
        <a:xfrm>
          <a:off x="0" y="0"/>
          <a:ext cx="0" cy="0"/>
          <a:chOff x="0" y="0"/>
          <a:chExt cx="0" cy="0"/>
        </a:xfrm>
      </p:grpSpPr>
      <p:sp>
        <p:nvSpPr>
          <p:cNvPr id="319" name="Google Shape;319;p45"/>
          <p:cNvSpPr/>
          <p:nvPr/>
        </p:nvSpPr>
        <p:spPr>
          <a:xfrm>
            <a:off x="373109" y="2174244"/>
            <a:ext cx="3491227" cy="3486781"/>
          </a:xfrm>
          <a:prstGeom prst="rect">
            <a:avLst/>
          </a:prstGeom>
          <a:solidFill>
            <a:schemeClr val="lt1"/>
          </a:solidFill>
          <a:ln w="9525" cap="flat" cmpd="sng">
            <a:solidFill>
              <a:srgbClr val="D8D8D8"/>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a:solidFill>
                <a:schemeClr val="lt1"/>
              </a:solidFill>
              <a:latin typeface="Arial"/>
              <a:ea typeface="Arial"/>
              <a:cs typeface="Arial"/>
              <a:sym typeface="Arial"/>
            </a:endParaRPr>
          </a:p>
        </p:txBody>
      </p:sp>
      <p:sp>
        <p:nvSpPr>
          <p:cNvPr id="320" name="Google Shape;320;p45"/>
          <p:cNvSpPr txBox="1">
            <a:spLocks noGrp="1"/>
          </p:cNvSpPr>
          <p:nvPr>
            <p:ph type="title"/>
          </p:nvPr>
        </p:nvSpPr>
        <p:spPr>
          <a:xfrm>
            <a:off x="371475" y="379414"/>
            <a:ext cx="11412539" cy="70961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accent1"/>
              </a:buClr>
              <a:buSzPts val="2400"/>
              <a:buFont typeface="Arial"/>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21" name="Google Shape;321;p45"/>
          <p:cNvSpPr txBox="1">
            <a:spLocks noGrp="1"/>
          </p:cNvSpPr>
          <p:nvPr>
            <p:ph type="body" idx="1"/>
          </p:nvPr>
        </p:nvSpPr>
        <p:spPr>
          <a:xfrm>
            <a:off x="464453" y="2268065"/>
            <a:ext cx="3308539" cy="3299139"/>
          </a:xfrm>
          <a:prstGeom prst="rect">
            <a:avLst/>
          </a:prstGeom>
          <a:noFill/>
          <a:ln>
            <a:noFill/>
          </a:ln>
        </p:spPr>
        <p:txBody>
          <a:bodyPr spcFirstLastPara="1" wrap="square" lIns="68575" tIns="34275" rIns="68575" bIns="34275" anchor="t" anchorCtr="0">
            <a:normAutofit/>
          </a:bodyPr>
          <a:lstStyle>
            <a:lvl1pPr marL="609585" lvl="0" indent="-389457" algn="l">
              <a:lnSpc>
                <a:spcPct val="120000"/>
              </a:lnSpc>
              <a:spcBef>
                <a:spcPts val="667"/>
              </a:spcBef>
              <a:spcAft>
                <a:spcPts val="0"/>
              </a:spcAft>
              <a:buClr>
                <a:schemeClr val="accent1"/>
              </a:buClr>
              <a:buSzPts val="1000"/>
              <a:buChar char="•"/>
              <a:defRPr sz="1600">
                <a:solidFill>
                  <a:schemeClr val="dk2"/>
                </a:solidFill>
              </a:defRPr>
            </a:lvl1pPr>
            <a:lvl2pPr marL="1219170" lvl="1" indent="-372524" algn="l">
              <a:lnSpc>
                <a:spcPct val="120000"/>
              </a:lnSpc>
              <a:spcBef>
                <a:spcPts val="667"/>
              </a:spcBef>
              <a:spcAft>
                <a:spcPts val="0"/>
              </a:spcAft>
              <a:buClr>
                <a:schemeClr val="accent1"/>
              </a:buClr>
              <a:buSzPts val="800"/>
              <a:buChar char="•"/>
              <a:defRPr sz="1467">
                <a:solidFill>
                  <a:schemeClr val="dk2"/>
                </a:solidFill>
              </a:defRPr>
            </a:lvl2pPr>
            <a:lvl3pPr marL="1828754" lvl="2" indent="-364058" algn="l">
              <a:lnSpc>
                <a:spcPct val="120000"/>
              </a:lnSpc>
              <a:spcBef>
                <a:spcPts val="667"/>
              </a:spcBef>
              <a:spcAft>
                <a:spcPts val="0"/>
              </a:spcAft>
              <a:buClr>
                <a:schemeClr val="accent1"/>
              </a:buClr>
              <a:buSzPts val="700"/>
              <a:buChar char="•"/>
              <a:defRPr sz="1200">
                <a:solidFill>
                  <a:schemeClr val="dk2"/>
                </a:solidFill>
              </a:defRPr>
            </a:lvl3pPr>
            <a:lvl4pPr marL="2438339" lvl="3" indent="-355591" algn="l">
              <a:lnSpc>
                <a:spcPct val="120000"/>
              </a:lnSpc>
              <a:spcBef>
                <a:spcPts val="667"/>
              </a:spcBef>
              <a:spcAft>
                <a:spcPts val="0"/>
              </a:spcAft>
              <a:buClr>
                <a:schemeClr val="accent1"/>
              </a:buClr>
              <a:buSzPts val="600"/>
              <a:buChar char="•"/>
              <a:defRPr sz="1067">
                <a:solidFill>
                  <a:schemeClr val="dk2"/>
                </a:solidFill>
              </a:defRPr>
            </a:lvl4pPr>
            <a:lvl5pPr marL="3047924" lvl="4" indent="-347125" algn="l">
              <a:lnSpc>
                <a:spcPct val="120000"/>
              </a:lnSpc>
              <a:spcBef>
                <a:spcPts val="667"/>
              </a:spcBef>
              <a:spcAft>
                <a:spcPts val="0"/>
              </a:spcAft>
              <a:buClr>
                <a:schemeClr val="accent1"/>
              </a:buClr>
              <a:buSzPts val="500"/>
              <a:buChar char="•"/>
              <a:defRPr sz="800">
                <a:solidFill>
                  <a:schemeClr val="dk2"/>
                </a:solidFill>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22" name="Google Shape;322;p45"/>
          <p:cNvSpPr txBox="1">
            <a:spLocks noGrp="1"/>
          </p:cNvSpPr>
          <p:nvPr>
            <p:ph type="ftr" idx="11"/>
          </p:nvPr>
        </p:nvSpPr>
        <p:spPr>
          <a:xfrm>
            <a:off x="371475" y="6018227"/>
            <a:ext cx="4114800" cy="36512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23" name="Google Shape;323;p45"/>
          <p:cNvSpPr txBox="1">
            <a:spLocks noGrp="1"/>
          </p:cNvSpPr>
          <p:nvPr>
            <p:ph type="sldNum" idx="12"/>
          </p:nvPr>
        </p:nvSpPr>
        <p:spPr>
          <a:xfrm>
            <a:off x="5658966" y="6018227"/>
            <a:ext cx="874068" cy="365125"/>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 smtClean="0"/>
              <a:pPr/>
              <a:t>‹#›</a:t>
            </a:fld>
            <a:endParaRPr lang="en"/>
          </a:p>
        </p:txBody>
      </p:sp>
      <p:sp>
        <p:nvSpPr>
          <p:cNvPr id="324" name="Google Shape;324;p45"/>
          <p:cNvSpPr txBox="1">
            <a:spLocks noGrp="1"/>
          </p:cNvSpPr>
          <p:nvPr>
            <p:ph type="body" idx="2"/>
          </p:nvPr>
        </p:nvSpPr>
        <p:spPr>
          <a:xfrm>
            <a:off x="371475" y="1376363"/>
            <a:ext cx="3492067" cy="698183"/>
          </a:xfrm>
          <a:prstGeom prst="rect">
            <a:avLst/>
          </a:prstGeom>
          <a:solidFill>
            <a:schemeClr val="accent4"/>
          </a:solidFill>
          <a:ln>
            <a:noFill/>
          </a:ln>
        </p:spPr>
        <p:txBody>
          <a:bodyPr spcFirstLastPara="1" wrap="square" lIns="68575" tIns="34275" rIns="68575" bIns="34275" anchor="ctr" anchorCtr="0">
            <a:noAutofit/>
          </a:bodyPr>
          <a:lstStyle>
            <a:lvl1pPr marL="609585" lvl="0" indent="-304792" algn="l">
              <a:lnSpc>
                <a:spcPct val="120000"/>
              </a:lnSpc>
              <a:spcBef>
                <a:spcPts val="667"/>
              </a:spcBef>
              <a:spcAft>
                <a:spcPts val="0"/>
              </a:spcAft>
              <a:buSzPts val="1400"/>
              <a:buNone/>
              <a:defRPr sz="1867" b="1">
                <a:solidFill>
                  <a:schemeClr val="lt1"/>
                </a:solidFill>
              </a:defRPr>
            </a:lvl1pPr>
            <a:lvl2pPr marL="1219170" lvl="1" indent="-423323" algn="l">
              <a:lnSpc>
                <a:spcPct val="120000"/>
              </a:lnSpc>
              <a:spcBef>
                <a:spcPts val="667"/>
              </a:spcBef>
              <a:spcAft>
                <a:spcPts val="0"/>
              </a:spcAft>
              <a:buSzPts val="1400"/>
              <a:buChar char="•"/>
              <a:defRPr/>
            </a:lvl2pPr>
            <a:lvl3pPr marL="1828754" lvl="2" indent="-423323" algn="l">
              <a:lnSpc>
                <a:spcPct val="120000"/>
              </a:lnSpc>
              <a:spcBef>
                <a:spcPts val="667"/>
              </a:spcBef>
              <a:spcAft>
                <a:spcPts val="0"/>
              </a:spcAft>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25" name="Google Shape;325;p45"/>
          <p:cNvSpPr txBox="1">
            <a:spLocks noGrp="1"/>
          </p:cNvSpPr>
          <p:nvPr>
            <p:ph type="body" idx="3"/>
          </p:nvPr>
        </p:nvSpPr>
        <p:spPr>
          <a:xfrm>
            <a:off x="4331711" y="1376363"/>
            <a:ext cx="3492067" cy="698183"/>
          </a:xfrm>
          <a:prstGeom prst="rect">
            <a:avLst/>
          </a:prstGeom>
          <a:solidFill>
            <a:schemeClr val="accent5"/>
          </a:solidFill>
          <a:ln>
            <a:noFill/>
          </a:ln>
        </p:spPr>
        <p:txBody>
          <a:bodyPr spcFirstLastPara="1" wrap="square" lIns="68575" tIns="34275" rIns="68575" bIns="34275" anchor="ctr" anchorCtr="0">
            <a:noAutofit/>
          </a:bodyPr>
          <a:lstStyle>
            <a:lvl1pPr marL="609585" lvl="0" indent="-304792" algn="l">
              <a:lnSpc>
                <a:spcPct val="120000"/>
              </a:lnSpc>
              <a:spcBef>
                <a:spcPts val="667"/>
              </a:spcBef>
              <a:spcAft>
                <a:spcPts val="0"/>
              </a:spcAft>
              <a:buSzPts val="1400"/>
              <a:buNone/>
              <a:defRPr sz="1867" b="1">
                <a:solidFill>
                  <a:schemeClr val="dk2"/>
                </a:solidFill>
              </a:defRPr>
            </a:lvl1pPr>
            <a:lvl2pPr marL="1219170" lvl="1" indent="-423323" algn="l">
              <a:lnSpc>
                <a:spcPct val="120000"/>
              </a:lnSpc>
              <a:spcBef>
                <a:spcPts val="667"/>
              </a:spcBef>
              <a:spcAft>
                <a:spcPts val="0"/>
              </a:spcAft>
              <a:buSzPts val="1400"/>
              <a:buChar char="•"/>
              <a:defRPr/>
            </a:lvl2pPr>
            <a:lvl3pPr marL="1828754" lvl="2" indent="-423323" algn="l">
              <a:lnSpc>
                <a:spcPct val="120000"/>
              </a:lnSpc>
              <a:spcBef>
                <a:spcPts val="667"/>
              </a:spcBef>
              <a:spcAft>
                <a:spcPts val="0"/>
              </a:spcAft>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26" name="Google Shape;326;p45"/>
          <p:cNvSpPr txBox="1">
            <a:spLocks noGrp="1"/>
          </p:cNvSpPr>
          <p:nvPr>
            <p:ph type="body" idx="4"/>
          </p:nvPr>
        </p:nvSpPr>
        <p:spPr>
          <a:xfrm>
            <a:off x="8291947" y="1376363"/>
            <a:ext cx="3492067" cy="698183"/>
          </a:xfrm>
          <a:prstGeom prst="rect">
            <a:avLst/>
          </a:prstGeom>
          <a:solidFill>
            <a:schemeClr val="accent6"/>
          </a:solidFill>
          <a:ln>
            <a:noFill/>
          </a:ln>
        </p:spPr>
        <p:txBody>
          <a:bodyPr spcFirstLastPara="1" wrap="square" lIns="68575" tIns="34275" rIns="68575" bIns="34275" anchor="ctr" anchorCtr="0">
            <a:noAutofit/>
          </a:bodyPr>
          <a:lstStyle>
            <a:lvl1pPr marL="609585" lvl="0" indent="-304792" algn="l">
              <a:lnSpc>
                <a:spcPct val="120000"/>
              </a:lnSpc>
              <a:spcBef>
                <a:spcPts val="667"/>
              </a:spcBef>
              <a:spcAft>
                <a:spcPts val="0"/>
              </a:spcAft>
              <a:buSzPts val="1400"/>
              <a:buNone/>
              <a:defRPr sz="1867" b="1">
                <a:solidFill>
                  <a:schemeClr val="dk2"/>
                </a:solidFill>
              </a:defRPr>
            </a:lvl1pPr>
            <a:lvl2pPr marL="1219170" lvl="1" indent="-423323" algn="l">
              <a:lnSpc>
                <a:spcPct val="120000"/>
              </a:lnSpc>
              <a:spcBef>
                <a:spcPts val="667"/>
              </a:spcBef>
              <a:spcAft>
                <a:spcPts val="0"/>
              </a:spcAft>
              <a:buSzPts val="1400"/>
              <a:buChar char="•"/>
              <a:defRPr/>
            </a:lvl2pPr>
            <a:lvl3pPr marL="1828754" lvl="2" indent="-423323" algn="l">
              <a:lnSpc>
                <a:spcPct val="120000"/>
              </a:lnSpc>
              <a:spcBef>
                <a:spcPts val="667"/>
              </a:spcBef>
              <a:spcAft>
                <a:spcPts val="0"/>
              </a:spcAft>
              <a:buSzPts val="1400"/>
              <a:buChar char="•"/>
              <a:defRPr/>
            </a:lvl3pPr>
            <a:lvl4pPr marL="2438339" lvl="3" indent="-423323" algn="l">
              <a:lnSpc>
                <a:spcPct val="90000"/>
              </a:lnSpc>
              <a:spcBef>
                <a:spcPts val="533"/>
              </a:spcBef>
              <a:spcAft>
                <a:spcPts val="0"/>
              </a:spcAft>
              <a:buClr>
                <a:schemeClr val="dk1"/>
              </a:buClr>
              <a:buSzPts val="1400"/>
              <a:buChar char="•"/>
              <a:defRPr/>
            </a:lvl4pPr>
            <a:lvl5pPr marL="3047924" lvl="4" indent="-423323" algn="l">
              <a:lnSpc>
                <a:spcPct val="90000"/>
              </a:lnSpc>
              <a:spcBef>
                <a:spcPts val="533"/>
              </a:spcBef>
              <a:spcAft>
                <a:spcPts val="0"/>
              </a:spcAft>
              <a:buClr>
                <a:schemeClr val="dk1"/>
              </a:buClr>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27" name="Google Shape;327;p45"/>
          <p:cNvSpPr/>
          <p:nvPr/>
        </p:nvSpPr>
        <p:spPr>
          <a:xfrm>
            <a:off x="4332551" y="2174244"/>
            <a:ext cx="3491227" cy="3486781"/>
          </a:xfrm>
          <a:prstGeom prst="rect">
            <a:avLst/>
          </a:prstGeom>
          <a:solidFill>
            <a:schemeClr val="lt1"/>
          </a:solidFill>
          <a:ln w="9525" cap="flat" cmpd="sng">
            <a:solidFill>
              <a:srgbClr val="D8D8D8"/>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a:solidFill>
                <a:schemeClr val="lt1"/>
              </a:solidFill>
              <a:latin typeface="Arial"/>
              <a:ea typeface="Arial"/>
              <a:cs typeface="Arial"/>
              <a:sym typeface="Arial"/>
            </a:endParaRPr>
          </a:p>
        </p:txBody>
      </p:sp>
      <p:sp>
        <p:nvSpPr>
          <p:cNvPr id="328" name="Google Shape;328;p45"/>
          <p:cNvSpPr txBox="1">
            <a:spLocks noGrp="1"/>
          </p:cNvSpPr>
          <p:nvPr>
            <p:ph type="body" idx="5"/>
          </p:nvPr>
        </p:nvSpPr>
        <p:spPr>
          <a:xfrm>
            <a:off x="4423895" y="2268065"/>
            <a:ext cx="3308539" cy="3299139"/>
          </a:xfrm>
          <a:prstGeom prst="rect">
            <a:avLst/>
          </a:prstGeom>
          <a:noFill/>
          <a:ln>
            <a:noFill/>
          </a:ln>
        </p:spPr>
        <p:txBody>
          <a:bodyPr spcFirstLastPara="1" wrap="square" lIns="68575" tIns="34275" rIns="68575" bIns="34275" anchor="t" anchorCtr="0">
            <a:normAutofit/>
          </a:bodyPr>
          <a:lstStyle>
            <a:lvl1pPr marL="609585" lvl="0" indent="-389457" algn="l">
              <a:lnSpc>
                <a:spcPct val="120000"/>
              </a:lnSpc>
              <a:spcBef>
                <a:spcPts val="667"/>
              </a:spcBef>
              <a:spcAft>
                <a:spcPts val="0"/>
              </a:spcAft>
              <a:buClr>
                <a:schemeClr val="accent1"/>
              </a:buClr>
              <a:buSzPts val="1000"/>
              <a:buChar char="•"/>
              <a:defRPr sz="1600">
                <a:solidFill>
                  <a:schemeClr val="dk2"/>
                </a:solidFill>
              </a:defRPr>
            </a:lvl1pPr>
            <a:lvl2pPr marL="1219170" lvl="1" indent="-372524" algn="l">
              <a:lnSpc>
                <a:spcPct val="120000"/>
              </a:lnSpc>
              <a:spcBef>
                <a:spcPts val="667"/>
              </a:spcBef>
              <a:spcAft>
                <a:spcPts val="0"/>
              </a:spcAft>
              <a:buClr>
                <a:schemeClr val="accent1"/>
              </a:buClr>
              <a:buSzPts val="800"/>
              <a:buChar char="•"/>
              <a:defRPr sz="1467">
                <a:solidFill>
                  <a:schemeClr val="dk2"/>
                </a:solidFill>
              </a:defRPr>
            </a:lvl2pPr>
            <a:lvl3pPr marL="1828754" lvl="2" indent="-364058" algn="l">
              <a:lnSpc>
                <a:spcPct val="120000"/>
              </a:lnSpc>
              <a:spcBef>
                <a:spcPts val="667"/>
              </a:spcBef>
              <a:spcAft>
                <a:spcPts val="0"/>
              </a:spcAft>
              <a:buClr>
                <a:schemeClr val="accent1"/>
              </a:buClr>
              <a:buSzPts val="700"/>
              <a:buChar char="•"/>
              <a:defRPr sz="1200">
                <a:solidFill>
                  <a:schemeClr val="dk2"/>
                </a:solidFill>
              </a:defRPr>
            </a:lvl3pPr>
            <a:lvl4pPr marL="2438339" lvl="3" indent="-355591" algn="l">
              <a:lnSpc>
                <a:spcPct val="120000"/>
              </a:lnSpc>
              <a:spcBef>
                <a:spcPts val="667"/>
              </a:spcBef>
              <a:spcAft>
                <a:spcPts val="0"/>
              </a:spcAft>
              <a:buClr>
                <a:schemeClr val="accent1"/>
              </a:buClr>
              <a:buSzPts val="600"/>
              <a:buChar char="•"/>
              <a:defRPr sz="1067">
                <a:solidFill>
                  <a:schemeClr val="dk2"/>
                </a:solidFill>
              </a:defRPr>
            </a:lvl4pPr>
            <a:lvl5pPr marL="3047924" lvl="4" indent="-347125" algn="l">
              <a:lnSpc>
                <a:spcPct val="120000"/>
              </a:lnSpc>
              <a:spcBef>
                <a:spcPts val="667"/>
              </a:spcBef>
              <a:spcAft>
                <a:spcPts val="0"/>
              </a:spcAft>
              <a:buClr>
                <a:schemeClr val="accent1"/>
              </a:buClr>
              <a:buSzPts val="500"/>
              <a:buChar char="•"/>
              <a:defRPr sz="800">
                <a:solidFill>
                  <a:schemeClr val="dk2"/>
                </a:solidFill>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329" name="Google Shape;329;p45"/>
          <p:cNvSpPr/>
          <p:nvPr/>
        </p:nvSpPr>
        <p:spPr>
          <a:xfrm>
            <a:off x="8292787" y="2174244"/>
            <a:ext cx="3491227" cy="3486781"/>
          </a:xfrm>
          <a:prstGeom prst="rect">
            <a:avLst/>
          </a:prstGeom>
          <a:solidFill>
            <a:schemeClr val="lt1"/>
          </a:solidFill>
          <a:ln w="9525" cap="flat" cmpd="sng">
            <a:solidFill>
              <a:srgbClr val="D8D8D8"/>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a:solidFill>
                <a:schemeClr val="lt1"/>
              </a:solidFill>
              <a:latin typeface="Arial"/>
              <a:ea typeface="Arial"/>
              <a:cs typeface="Arial"/>
              <a:sym typeface="Arial"/>
            </a:endParaRPr>
          </a:p>
        </p:txBody>
      </p:sp>
      <p:sp>
        <p:nvSpPr>
          <p:cNvPr id="330" name="Google Shape;330;p45"/>
          <p:cNvSpPr txBox="1">
            <a:spLocks noGrp="1"/>
          </p:cNvSpPr>
          <p:nvPr>
            <p:ph type="body" idx="6"/>
          </p:nvPr>
        </p:nvSpPr>
        <p:spPr>
          <a:xfrm>
            <a:off x="8384131" y="2268065"/>
            <a:ext cx="3308539" cy="3299139"/>
          </a:xfrm>
          <a:prstGeom prst="rect">
            <a:avLst/>
          </a:prstGeom>
          <a:noFill/>
          <a:ln>
            <a:noFill/>
          </a:ln>
        </p:spPr>
        <p:txBody>
          <a:bodyPr spcFirstLastPara="1" wrap="square" lIns="68575" tIns="34275" rIns="68575" bIns="34275" anchor="t" anchorCtr="0">
            <a:normAutofit/>
          </a:bodyPr>
          <a:lstStyle>
            <a:lvl1pPr marL="609585" lvl="0" indent="-389457" algn="l">
              <a:lnSpc>
                <a:spcPct val="120000"/>
              </a:lnSpc>
              <a:spcBef>
                <a:spcPts val="667"/>
              </a:spcBef>
              <a:spcAft>
                <a:spcPts val="0"/>
              </a:spcAft>
              <a:buClr>
                <a:schemeClr val="accent1"/>
              </a:buClr>
              <a:buSzPts val="1000"/>
              <a:buChar char="•"/>
              <a:defRPr sz="1600">
                <a:solidFill>
                  <a:schemeClr val="dk2"/>
                </a:solidFill>
              </a:defRPr>
            </a:lvl1pPr>
            <a:lvl2pPr marL="1219170" lvl="1" indent="-372524" algn="l">
              <a:lnSpc>
                <a:spcPct val="120000"/>
              </a:lnSpc>
              <a:spcBef>
                <a:spcPts val="667"/>
              </a:spcBef>
              <a:spcAft>
                <a:spcPts val="0"/>
              </a:spcAft>
              <a:buClr>
                <a:schemeClr val="accent1"/>
              </a:buClr>
              <a:buSzPts val="800"/>
              <a:buChar char="•"/>
              <a:defRPr sz="1467">
                <a:solidFill>
                  <a:schemeClr val="dk2"/>
                </a:solidFill>
              </a:defRPr>
            </a:lvl2pPr>
            <a:lvl3pPr marL="1828754" lvl="2" indent="-364058" algn="l">
              <a:lnSpc>
                <a:spcPct val="120000"/>
              </a:lnSpc>
              <a:spcBef>
                <a:spcPts val="667"/>
              </a:spcBef>
              <a:spcAft>
                <a:spcPts val="0"/>
              </a:spcAft>
              <a:buClr>
                <a:schemeClr val="accent1"/>
              </a:buClr>
              <a:buSzPts val="700"/>
              <a:buChar char="•"/>
              <a:defRPr sz="1200">
                <a:solidFill>
                  <a:schemeClr val="dk2"/>
                </a:solidFill>
              </a:defRPr>
            </a:lvl3pPr>
            <a:lvl4pPr marL="2438339" lvl="3" indent="-355591" algn="l">
              <a:lnSpc>
                <a:spcPct val="120000"/>
              </a:lnSpc>
              <a:spcBef>
                <a:spcPts val="667"/>
              </a:spcBef>
              <a:spcAft>
                <a:spcPts val="0"/>
              </a:spcAft>
              <a:buClr>
                <a:schemeClr val="accent1"/>
              </a:buClr>
              <a:buSzPts val="600"/>
              <a:buChar char="•"/>
              <a:defRPr sz="1067">
                <a:solidFill>
                  <a:schemeClr val="dk2"/>
                </a:solidFill>
              </a:defRPr>
            </a:lvl4pPr>
            <a:lvl5pPr marL="3047924" lvl="4" indent="-347125" algn="l">
              <a:lnSpc>
                <a:spcPct val="120000"/>
              </a:lnSpc>
              <a:spcBef>
                <a:spcPts val="667"/>
              </a:spcBef>
              <a:spcAft>
                <a:spcPts val="0"/>
              </a:spcAft>
              <a:buClr>
                <a:schemeClr val="accent1"/>
              </a:buClr>
              <a:buSzPts val="500"/>
              <a:buChar char="•"/>
              <a:defRPr sz="800">
                <a:solidFill>
                  <a:schemeClr val="dk2"/>
                </a:solidFill>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0019322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1_Title and Content ">
  <p:cSld name="1_Title and Content ">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71475" y="379414"/>
            <a:ext cx="11412539" cy="70961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accent1"/>
              </a:buClr>
              <a:buSzPts val="2400"/>
              <a:buFont typeface="Arial"/>
              <a:buNone/>
              <a:defRPr sz="32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3" name="Google Shape;73;p16"/>
          <p:cNvSpPr txBox="1">
            <a:spLocks noGrp="1"/>
          </p:cNvSpPr>
          <p:nvPr>
            <p:ph type="body" idx="1"/>
          </p:nvPr>
        </p:nvSpPr>
        <p:spPr>
          <a:xfrm>
            <a:off x="371475" y="1376365"/>
            <a:ext cx="11412539" cy="4284663"/>
          </a:xfrm>
          <a:prstGeom prst="rect">
            <a:avLst/>
          </a:prstGeom>
          <a:noFill/>
          <a:ln>
            <a:noFill/>
          </a:ln>
        </p:spPr>
        <p:txBody>
          <a:bodyPr spcFirstLastPara="1" wrap="square" lIns="68575" tIns="34275" rIns="68575" bIns="34275" anchor="t" anchorCtr="0">
            <a:normAutofit/>
          </a:bodyPr>
          <a:lstStyle>
            <a:lvl1pPr marL="609585" lvl="0" indent="-431789" algn="l">
              <a:lnSpc>
                <a:spcPct val="120000"/>
              </a:lnSpc>
              <a:spcBef>
                <a:spcPts val="667"/>
              </a:spcBef>
              <a:spcAft>
                <a:spcPts val="0"/>
              </a:spcAft>
              <a:buClr>
                <a:schemeClr val="accent1"/>
              </a:buClr>
              <a:buSzPts val="1500"/>
              <a:buChar char="•"/>
              <a:defRPr sz="2000">
                <a:solidFill>
                  <a:schemeClr val="dk2"/>
                </a:solidFill>
              </a:defRPr>
            </a:lvl1pPr>
            <a:lvl2pPr marL="1219170" lvl="1" indent="-423323" algn="l">
              <a:lnSpc>
                <a:spcPct val="120000"/>
              </a:lnSpc>
              <a:spcBef>
                <a:spcPts val="667"/>
              </a:spcBef>
              <a:spcAft>
                <a:spcPts val="0"/>
              </a:spcAft>
              <a:buClr>
                <a:schemeClr val="accent1"/>
              </a:buClr>
              <a:buSzPts val="1400"/>
              <a:buChar char="•"/>
              <a:defRPr sz="1867">
                <a:solidFill>
                  <a:schemeClr val="dk2"/>
                </a:solidFill>
              </a:defRPr>
            </a:lvl2pPr>
            <a:lvl3pPr marL="1828754" lvl="2" indent="-406390" algn="l">
              <a:lnSpc>
                <a:spcPct val="120000"/>
              </a:lnSpc>
              <a:spcBef>
                <a:spcPts val="667"/>
              </a:spcBef>
              <a:spcAft>
                <a:spcPts val="0"/>
              </a:spcAft>
              <a:buClr>
                <a:schemeClr val="accent1"/>
              </a:buClr>
              <a:buSzPts val="1200"/>
              <a:buChar char="•"/>
              <a:defRPr sz="1600">
                <a:solidFill>
                  <a:schemeClr val="dk2"/>
                </a:solidFill>
              </a:defRPr>
            </a:lvl3pPr>
            <a:lvl4pPr marL="2438339" lvl="3" indent="-372524" algn="l">
              <a:lnSpc>
                <a:spcPct val="90000"/>
              </a:lnSpc>
              <a:spcBef>
                <a:spcPts val="667"/>
              </a:spcBef>
              <a:spcAft>
                <a:spcPts val="0"/>
              </a:spcAft>
              <a:buClr>
                <a:schemeClr val="accent1"/>
              </a:buClr>
              <a:buSzPts val="800"/>
              <a:buChar char="•"/>
              <a:defRPr sz="1067">
                <a:solidFill>
                  <a:schemeClr val="dk2"/>
                </a:solidFill>
              </a:defRPr>
            </a:lvl4pPr>
            <a:lvl5pPr marL="3047924" lvl="4" indent="-372524" algn="l">
              <a:lnSpc>
                <a:spcPct val="90000"/>
              </a:lnSpc>
              <a:spcBef>
                <a:spcPts val="667"/>
              </a:spcBef>
              <a:spcAft>
                <a:spcPts val="0"/>
              </a:spcAft>
              <a:buClr>
                <a:schemeClr val="accent1"/>
              </a:buClr>
              <a:buSzPts val="800"/>
              <a:buChar char="•"/>
              <a:defRPr sz="1067">
                <a:solidFill>
                  <a:schemeClr val="dk2"/>
                </a:solidFill>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74" name="Google Shape;74;p16"/>
          <p:cNvSpPr txBox="1">
            <a:spLocks noGrp="1"/>
          </p:cNvSpPr>
          <p:nvPr>
            <p:ph type="ftr" idx="11"/>
          </p:nvPr>
        </p:nvSpPr>
        <p:spPr>
          <a:xfrm>
            <a:off x="371475" y="6018227"/>
            <a:ext cx="4114800" cy="36512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sldNum" idx="12"/>
          </p:nvPr>
        </p:nvSpPr>
        <p:spPr>
          <a:xfrm>
            <a:off x="5658966" y="6018227"/>
            <a:ext cx="874068" cy="365125"/>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8093072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5"/>
        <p:cNvGrpSpPr/>
        <p:nvPr/>
      </p:nvGrpSpPr>
      <p:grpSpPr>
        <a:xfrm>
          <a:off x="0" y="0"/>
          <a:ext cx="0" cy="0"/>
          <a:chOff x="0" y="0"/>
          <a:chExt cx="0" cy="0"/>
        </a:xfrm>
      </p:grpSpPr>
      <p:sp>
        <p:nvSpPr>
          <p:cNvPr id="466" name="Google Shape;466;p62"/>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4800"/>
              <a:buNone/>
              <a:defRPr sz="6400"/>
            </a:lvl1pPr>
            <a:lvl2pPr lvl="1" algn="l" rtl="0">
              <a:lnSpc>
                <a:spcPct val="100000"/>
              </a:lnSpc>
              <a:spcBef>
                <a:spcPts val="0"/>
              </a:spcBef>
              <a:spcAft>
                <a:spcPts val="0"/>
              </a:spcAft>
              <a:buSzPts val="4800"/>
              <a:buNone/>
              <a:defRPr sz="6400"/>
            </a:lvl2pPr>
            <a:lvl3pPr lvl="2" algn="l" rtl="0">
              <a:lnSpc>
                <a:spcPct val="100000"/>
              </a:lnSpc>
              <a:spcBef>
                <a:spcPts val="0"/>
              </a:spcBef>
              <a:spcAft>
                <a:spcPts val="0"/>
              </a:spcAft>
              <a:buSzPts val="4800"/>
              <a:buNone/>
              <a:defRPr sz="6400"/>
            </a:lvl3pPr>
            <a:lvl4pPr lvl="3" algn="l" rtl="0">
              <a:lnSpc>
                <a:spcPct val="100000"/>
              </a:lnSpc>
              <a:spcBef>
                <a:spcPts val="0"/>
              </a:spcBef>
              <a:spcAft>
                <a:spcPts val="0"/>
              </a:spcAft>
              <a:buSzPts val="4800"/>
              <a:buNone/>
              <a:defRPr sz="6400"/>
            </a:lvl4pPr>
            <a:lvl5pPr lvl="4" algn="l" rtl="0">
              <a:lnSpc>
                <a:spcPct val="100000"/>
              </a:lnSpc>
              <a:spcBef>
                <a:spcPts val="0"/>
              </a:spcBef>
              <a:spcAft>
                <a:spcPts val="0"/>
              </a:spcAft>
              <a:buSzPts val="4800"/>
              <a:buNone/>
              <a:defRPr sz="6400"/>
            </a:lvl5pPr>
            <a:lvl6pPr lvl="5" algn="l" rtl="0">
              <a:lnSpc>
                <a:spcPct val="100000"/>
              </a:lnSpc>
              <a:spcBef>
                <a:spcPts val="0"/>
              </a:spcBef>
              <a:spcAft>
                <a:spcPts val="0"/>
              </a:spcAft>
              <a:buSzPts val="4800"/>
              <a:buNone/>
              <a:defRPr sz="6400"/>
            </a:lvl6pPr>
            <a:lvl7pPr lvl="6" algn="l" rtl="0">
              <a:lnSpc>
                <a:spcPct val="100000"/>
              </a:lnSpc>
              <a:spcBef>
                <a:spcPts val="0"/>
              </a:spcBef>
              <a:spcAft>
                <a:spcPts val="0"/>
              </a:spcAft>
              <a:buSzPts val="4800"/>
              <a:buNone/>
              <a:defRPr sz="6400"/>
            </a:lvl7pPr>
            <a:lvl8pPr lvl="7" algn="l" rtl="0">
              <a:lnSpc>
                <a:spcPct val="100000"/>
              </a:lnSpc>
              <a:spcBef>
                <a:spcPts val="0"/>
              </a:spcBef>
              <a:spcAft>
                <a:spcPts val="0"/>
              </a:spcAft>
              <a:buSzPts val="4800"/>
              <a:buNone/>
              <a:defRPr sz="6400"/>
            </a:lvl8pPr>
            <a:lvl9pPr lvl="8" algn="l" rtl="0">
              <a:lnSpc>
                <a:spcPct val="100000"/>
              </a:lnSpc>
              <a:spcBef>
                <a:spcPts val="0"/>
              </a:spcBef>
              <a:spcAft>
                <a:spcPts val="0"/>
              </a:spcAft>
              <a:buSzPts val="4800"/>
              <a:buNone/>
              <a:defRPr sz="6400"/>
            </a:lvl9pPr>
          </a:lstStyle>
          <a:p>
            <a:endParaRPr/>
          </a:p>
        </p:txBody>
      </p:sp>
      <p:pic>
        <p:nvPicPr>
          <p:cNvPr id="467" name="Google Shape;467;p62"/>
          <p:cNvPicPr preferRelativeResize="0"/>
          <p:nvPr/>
        </p:nvPicPr>
        <p:blipFill>
          <a:blip r:embed="rId2">
            <a:alphaModFix/>
          </a:blip>
          <a:stretch>
            <a:fillRect/>
          </a:stretch>
        </p:blipFill>
        <p:spPr>
          <a:xfrm>
            <a:off x="10628036" y="6412734"/>
            <a:ext cx="1283201" cy="332133"/>
          </a:xfrm>
          <a:prstGeom prst="rect">
            <a:avLst/>
          </a:prstGeom>
          <a:noFill/>
          <a:ln>
            <a:noFill/>
          </a:ln>
        </p:spPr>
      </p:pic>
    </p:spTree>
    <p:extLst>
      <p:ext uri="{BB962C8B-B14F-4D97-AF65-F5344CB8AC3E}">
        <p14:creationId xmlns:p14="http://schemas.microsoft.com/office/powerpoint/2010/main" val="23377933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_Title and Conten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379414"/>
            <a:ext cx="11412539" cy="709612"/>
          </a:xfrm>
        </p:spPr>
        <p:txBody>
          <a:bodyPr>
            <a:normAutofit/>
          </a:bodyPr>
          <a:lstStyle>
            <a:lvl1pPr>
              <a:defRPr sz="3200"/>
            </a:lvl1pPr>
          </a:lstStyle>
          <a:p>
            <a:r>
              <a:rPr lang="en-US" dirty="0"/>
              <a:t>title</a:t>
            </a:r>
            <a:endParaRPr lang="en-IN" dirty="0"/>
          </a:p>
        </p:txBody>
      </p:sp>
      <p:sp>
        <p:nvSpPr>
          <p:cNvPr id="3" name="Content Placeholder 2"/>
          <p:cNvSpPr>
            <a:spLocks noGrp="1"/>
          </p:cNvSpPr>
          <p:nvPr>
            <p:ph idx="1" hasCustomPrompt="1"/>
          </p:nvPr>
        </p:nvSpPr>
        <p:spPr>
          <a:xfrm>
            <a:off x="371475" y="1376365"/>
            <a:ext cx="11412539" cy="4284663"/>
          </a:xfrm>
        </p:spPr>
        <p:txBody>
          <a:bodyPr>
            <a:normAutofit/>
          </a:bodyPr>
          <a:lstStyle>
            <a:lvl1pPr>
              <a:spcBef>
                <a:spcPts val="600"/>
              </a:spcBef>
              <a:buClr>
                <a:schemeClr val="accent1"/>
              </a:buClr>
              <a:buSzPct val="100000"/>
              <a:defRPr sz="2000">
                <a:solidFill>
                  <a:schemeClr val="tx2"/>
                </a:solidFill>
              </a:defRPr>
            </a:lvl1pPr>
            <a:lvl2pPr>
              <a:spcBef>
                <a:spcPts val="600"/>
              </a:spcBef>
              <a:buClr>
                <a:schemeClr val="accent1"/>
              </a:buClr>
              <a:buSzPct val="100000"/>
              <a:defRPr sz="1800">
                <a:solidFill>
                  <a:schemeClr val="tx2"/>
                </a:solidFill>
              </a:defRPr>
            </a:lvl2pPr>
            <a:lvl3pPr>
              <a:spcBef>
                <a:spcPts val="600"/>
              </a:spcBef>
              <a:buClr>
                <a:schemeClr val="accent1"/>
              </a:buClr>
              <a:buSzPct val="100000"/>
              <a:defRPr sz="1600">
                <a:solidFill>
                  <a:schemeClr val="tx2"/>
                </a:solidFill>
              </a:defRPr>
            </a:lvl3pPr>
            <a:lvl4pPr>
              <a:spcBef>
                <a:spcPts val="600"/>
              </a:spcBef>
              <a:buClr>
                <a:schemeClr val="accent1"/>
              </a:buClr>
              <a:buSzPct val="100000"/>
              <a:defRPr sz="1100">
                <a:solidFill>
                  <a:schemeClr val="tx2"/>
                </a:solidFill>
              </a:defRPr>
            </a:lvl4pPr>
            <a:lvl5pPr>
              <a:spcBef>
                <a:spcPts val="600"/>
              </a:spcBef>
              <a:buClr>
                <a:schemeClr val="accent1"/>
              </a:buClr>
              <a:buSzPct val="100000"/>
              <a:defRPr sz="10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p:cNvSpPr>
            <a:spLocks noGrp="1"/>
          </p:cNvSpPr>
          <p:nvPr>
            <p:ph type="ftr" sz="quarter" idx="11"/>
          </p:nvPr>
        </p:nvSpPr>
        <p:spPr/>
        <p:txBody>
          <a:bodyPr/>
          <a:lstStyle/>
          <a:p>
            <a:r>
              <a:rPr lang="en-IN"/>
              <a:t>Vodafone Idea Confidential</a:t>
            </a:r>
          </a:p>
        </p:txBody>
      </p:sp>
      <p:sp>
        <p:nvSpPr>
          <p:cNvPr id="6" name="Slide Number Placeholder 5"/>
          <p:cNvSpPr>
            <a:spLocks noGrp="1"/>
          </p:cNvSpPr>
          <p:nvPr>
            <p:ph type="sldNum" sz="quarter" idx="12"/>
          </p:nvPr>
        </p:nvSpPr>
        <p:spPr/>
        <p:txBody>
          <a:bodyPr/>
          <a:lstStyle/>
          <a:p>
            <a:fld id="{AC1CC88B-8153-4770-B0DF-840C5C37FBC3}" type="slidenum">
              <a:rPr lang="en-IN" smtClean="0"/>
              <a:t>‹#›</a:t>
            </a:fld>
            <a:endParaRPr lang="en-IN"/>
          </a:p>
        </p:txBody>
      </p:sp>
    </p:spTree>
    <p:extLst>
      <p:ext uri="{BB962C8B-B14F-4D97-AF65-F5344CB8AC3E}">
        <p14:creationId xmlns:p14="http://schemas.microsoft.com/office/powerpoint/2010/main" val="8566532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theme" Target="../theme/theme2.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xmlns="" id="{E3699CE7-D0ED-4F3D-BB07-9CF6A6BC2AF4}"/>
              </a:ext>
            </a:extLst>
          </p:cNvPr>
          <p:cNvPicPr>
            <a:picLocks noChangeAspect="1"/>
          </p:cNvPicPr>
          <p:nvPr userDrawn="1"/>
        </p:nvPicPr>
        <p:blipFill>
          <a:blip r:embed="rId48">
            <a:extLst>
              <a:ext uri="{96DAC541-7B7A-43D3-8B79-37D633B846F1}">
                <asvg:svgBlip xmlns:asvg="http://schemas.microsoft.com/office/drawing/2016/SVG/main" xmlns="" r:embed="rId52"/>
              </a:ext>
            </a:extLst>
          </a:blip>
          <a:stretch>
            <a:fillRect/>
          </a:stretch>
        </p:blipFill>
        <p:spPr>
          <a:xfrm>
            <a:off x="11122158" y="5920190"/>
            <a:ext cx="661855" cy="532998"/>
          </a:xfrm>
          <a:prstGeom prst="rect">
            <a:avLst/>
          </a:prstGeom>
        </p:spPr>
      </p:pic>
      <p:sp>
        <p:nvSpPr>
          <p:cNvPr id="2" name="Title Placeholder 1"/>
          <p:cNvSpPr>
            <a:spLocks noGrp="1"/>
          </p:cNvSpPr>
          <p:nvPr>
            <p:ph type="title"/>
          </p:nvPr>
        </p:nvSpPr>
        <p:spPr>
          <a:xfrm>
            <a:off x="371475" y="379413"/>
            <a:ext cx="11412538" cy="709612"/>
          </a:xfrm>
          <a:prstGeom prst="rect">
            <a:avLst/>
          </a:prstGeom>
        </p:spPr>
        <p:txBody>
          <a:bodyPr vert="horz" lIns="91440" tIns="45720" rIns="91440" bIns="45720" rtlCol="0" anchor="ctr">
            <a:normAutofit/>
          </a:bodyPr>
          <a:lstStyle/>
          <a:p>
            <a:r>
              <a:rPr lang="en-US" dirty="0"/>
              <a:t>c</a:t>
            </a:r>
            <a:r>
              <a:rPr lang="en-US" dirty="0" smtClean="0"/>
              <a:t>lick </a:t>
            </a:r>
            <a:r>
              <a:rPr lang="en-US" dirty="0"/>
              <a:t>to edit master title style</a:t>
            </a:r>
            <a:endParaRPr lang="en-IN" dirty="0"/>
          </a:p>
        </p:txBody>
      </p:sp>
      <p:sp>
        <p:nvSpPr>
          <p:cNvPr id="3" name="Text Placeholder 2"/>
          <p:cNvSpPr>
            <a:spLocks noGrp="1"/>
          </p:cNvSpPr>
          <p:nvPr>
            <p:ph type="body" idx="1"/>
          </p:nvPr>
        </p:nvSpPr>
        <p:spPr>
          <a:xfrm>
            <a:off x="371475" y="1376363"/>
            <a:ext cx="11412538" cy="4284662"/>
          </a:xfrm>
          <a:prstGeom prst="rect">
            <a:avLst/>
          </a:prstGeom>
        </p:spPr>
        <p:txBody>
          <a:bodyPr vert="horz" lIns="91440" tIns="45720" rIns="91440" bIns="45720" rtlCol="0">
            <a:normAutofit/>
          </a:bodyPr>
          <a:lstStyle/>
          <a:p>
            <a:pPr lvl="0"/>
            <a:r>
              <a:rPr lang="en-US" dirty="0"/>
              <a:t>e</a:t>
            </a:r>
            <a:r>
              <a:rPr lang="en-US" dirty="0" smtClean="0"/>
              <a:t>dit </a:t>
            </a:r>
            <a:r>
              <a:rPr lang="en-US" dirty="0"/>
              <a:t>m</a:t>
            </a:r>
            <a:r>
              <a:rPr lang="en-US" dirty="0" smtClean="0"/>
              <a:t>aster </a:t>
            </a:r>
            <a:r>
              <a:rPr lang="en-US" dirty="0"/>
              <a:t>text styles</a:t>
            </a:r>
          </a:p>
          <a:p>
            <a:pPr lvl="1"/>
            <a:r>
              <a:rPr lang="en-US" dirty="0"/>
              <a:t>s</a:t>
            </a:r>
            <a:r>
              <a:rPr lang="en-US" dirty="0" smtClean="0"/>
              <a:t>econd </a:t>
            </a:r>
            <a:r>
              <a:rPr lang="en-US" dirty="0"/>
              <a:t>level</a:t>
            </a:r>
          </a:p>
          <a:p>
            <a:pPr lvl="2"/>
            <a:r>
              <a:rPr lang="en-US" dirty="0"/>
              <a:t>t</a:t>
            </a:r>
            <a:r>
              <a:rPr lang="en-US" dirty="0" smtClean="0"/>
              <a:t>hird </a:t>
            </a:r>
            <a:r>
              <a:rPr lang="en-US" dirty="0"/>
              <a:t>level</a:t>
            </a:r>
          </a:p>
        </p:txBody>
      </p:sp>
      <p:sp>
        <p:nvSpPr>
          <p:cNvPr id="5" name="Footer Placeholder 4"/>
          <p:cNvSpPr>
            <a:spLocks noGrp="1"/>
          </p:cNvSpPr>
          <p:nvPr>
            <p:ph type="ftr" sz="quarter" idx="3"/>
          </p:nvPr>
        </p:nvSpPr>
        <p:spPr>
          <a:xfrm>
            <a:off x="371475" y="6018226"/>
            <a:ext cx="4114800" cy="365125"/>
          </a:xfrm>
          <a:prstGeom prst="rect">
            <a:avLst/>
          </a:prstGeom>
        </p:spPr>
        <p:txBody>
          <a:bodyPr vert="horz" lIns="91440" tIns="45720" rIns="91440" bIns="45720" rtlCol="0" anchor="ctr"/>
          <a:lstStyle>
            <a:lvl1pPr algn="l">
              <a:defRPr sz="1000">
                <a:solidFill>
                  <a:schemeClr val="tx2"/>
                </a:solidFill>
              </a:defRPr>
            </a:lvl1pPr>
          </a:lstStyle>
          <a:p>
            <a:r>
              <a:rPr lang="en-IN" dirty="0">
                <a:solidFill>
                  <a:srgbClr val="2F3043"/>
                </a:solidFill>
              </a:rPr>
              <a:t>Vodafone Idea Confidential</a:t>
            </a:r>
          </a:p>
        </p:txBody>
      </p:sp>
      <p:sp>
        <p:nvSpPr>
          <p:cNvPr id="6" name="Slide Number Placeholder 5"/>
          <p:cNvSpPr>
            <a:spLocks noGrp="1"/>
          </p:cNvSpPr>
          <p:nvPr>
            <p:ph type="sldNum" sz="quarter" idx="4"/>
          </p:nvPr>
        </p:nvSpPr>
        <p:spPr>
          <a:xfrm>
            <a:off x="5658966" y="6018226"/>
            <a:ext cx="874068" cy="365125"/>
          </a:xfrm>
          <a:prstGeom prst="rect">
            <a:avLst/>
          </a:prstGeom>
        </p:spPr>
        <p:txBody>
          <a:bodyPr vert="horz" lIns="91440" tIns="45720" rIns="91440" bIns="45720" rtlCol="0" anchor="ctr"/>
          <a:lstStyle>
            <a:lvl1pPr algn="ctr">
              <a:defRPr sz="1000" b="1">
                <a:solidFill>
                  <a:schemeClr val="tx2"/>
                </a:solidFill>
              </a:defRPr>
            </a:lvl1pPr>
          </a:lstStyle>
          <a:p>
            <a:fld id="{AC1CC88B-8153-4770-B0DF-840C5C37FBC3}" type="slidenum">
              <a:rPr lang="en-IN" smtClean="0">
                <a:solidFill>
                  <a:srgbClr val="2F3043"/>
                </a:solidFill>
              </a:rPr>
              <a:pPr/>
              <a:t>‹#›</a:t>
            </a:fld>
            <a:endParaRPr lang="en-IN" dirty="0">
              <a:solidFill>
                <a:srgbClr val="2F3043"/>
              </a:solidFill>
            </a:endParaRPr>
          </a:p>
        </p:txBody>
      </p:sp>
    </p:spTree>
    <p:extLst>
      <p:ext uri="{BB962C8B-B14F-4D97-AF65-F5344CB8AC3E}">
        <p14:creationId xmlns:p14="http://schemas.microsoft.com/office/powerpoint/2010/main" val="788827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70" r:id="rId46"/>
  </p:sldLayoutIdLst>
  <p:timing>
    <p:tnLst>
      <p:par>
        <p:cTn id="1" dur="indefinite" restart="never" nodeType="tmRoot"/>
      </p:par>
    </p:tnLst>
  </p:timing>
  <p:hf hdr="0" dt="0"/>
  <p:txStyles>
    <p:title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600"/>
        </a:spcBef>
        <a:buClr>
          <a:schemeClr val="tx2"/>
        </a:buClr>
        <a:buSzPct val="10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20000"/>
        </a:lnSpc>
        <a:spcBef>
          <a:spcPts val="600"/>
        </a:spcBef>
        <a:buClr>
          <a:schemeClr val="tx2"/>
        </a:buClr>
        <a:buSzPct val="10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20000"/>
        </a:lnSpc>
        <a:spcBef>
          <a:spcPts val="600"/>
        </a:spcBef>
        <a:buClr>
          <a:schemeClr val="tx2"/>
        </a:buClr>
        <a:buSzPct val="10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34">
          <p15:clr>
            <a:srgbClr val="F26B43"/>
          </p15:clr>
        </p15:guide>
        <p15:guide id="2" pos="7423">
          <p15:clr>
            <a:srgbClr val="F26B43"/>
          </p15:clr>
        </p15:guide>
        <p15:guide id="3" orient="horz" pos="686">
          <p15:clr>
            <a:srgbClr val="F26B43"/>
          </p15:clr>
        </p15:guide>
        <p15:guide id="4" orient="horz" pos="3566">
          <p15:clr>
            <a:srgbClr val="F26B43"/>
          </p15:clr>
        </p15:guide>
        <p15:guide id="5" orient="horz" pos="867">
          <p15:clr>
            <a:srgbClr val="F26B43"/>
          </p15:clr>
        </p15:guide>
        <p15:guide id="6" orient="horz" pos="232">
          <p15:clr>
            <a:srgbClr val="F26B43"/>
          </p15:clr>
        </p15:guide>
        <p15:guide id="7" orient="horz" pos="4065">
          <p15:clr>
            <a:srgbClr val="F26B43"/>
          </p15:clr>
        </p15:guide>
        <p15:guide id="8" orient="horz" pos="372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9DC5339-FCEB-43EE-9B45-552BF72278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D96DD58-85D3-41B5-B87F-5966E30704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6F288C0-CA8E-43DD-8C6F-5E28AA3B0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82A3C1-3EE7-4FC9-8948-4B19174F1E10}" type="datetimeFigureOut">
              <a:rPr lang="en-IN" smtClean="0">
                <a:solidFill>
                  <a:prstClr val="black">
                    <a:tint val="75000"/>
                  </a:prstClr>
                </a:solidFill>
              </a:rPr>
              <a:pPr/>
              <a:t>25-08-2023</a:t>
            </a:fld>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xmlns="" id="{97A6245F-1088-4799-938A-C5233150E3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solidFill>
                <a:prstClr val="black">
                  <a:tint val="75000"/>
                </a:prstClr>
              </a:solidFill>
            </a:endParaRPr>
          </a:p>
        </p:txBody>
      </p:sp>
      <p:sp>
        <p:nvSpPr>
          <p:cNvPr id="6" name="Slide Number Placeholder 5">
            <a:extLst>
              <a:ext uri="{FF2B5EF4-FFF2-40B4-BE49-F238E27FC236}">
                <a16:creationId xmlns:a16="http://schemas.microsoft.com/office/drawing/2014/main" xmlns="" id="{709ABB49-5800-4634-86A0-D42D27DA90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887E99-A3FC-432B-95DE-84E8D5DB0BE0}"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1293422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1" r:id="rId15"/>
    <p:sldLayoutId id="2147483772"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8.xml"/><Relationship Id="rId5" Type="http://schemas.openxmlformats.org/officeDocument/2006/relationships/image" Target="../media/image16.jp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2" Type="http://schemas.openxmlformats.org/officeDocument/2006/relationships/hyperlink" Target="https://www.vilpower.in/" TargetMode="Externa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5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58.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58.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53160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
            </a:r>
            <a:br>
              <a:rPr lang="en-US" dirty="0"/>
            </a:br>
            <a:endParaRPr lang="en-US" dirty="0"/>
          </a:p>
        </p:txBody>
      </p:sp>
      <p:sp>
        <p:nvSpPr>
          <p:cNvPr id="3" name="Footer Placeholder 2"/>
          <p:cNvSpPr>
            <a:spLocks noGrp="1"/>
          </p:cNvSpPr>
          <p:nvPr>
            <p:ph type="ftr" sz="quarter" idx="4294967295"/>
          </p:nvPr>
        </p:nvSpPr>
        <p:spPr>
          <a:xfrm>
            <a:off x="0" y="6018213"/>
            <a:ext cx="4114800" cy="365125"/>
          </a:xfrm>
        </p:spPr>
        <p:txBody>
          <a:bodyPr/>
          <a:lstStyle/>
          <a:p>
            <a:r>
              <a:rPr lang="en-IN" smtClean="0">
                <a:solidFill>
                  <a:srgbClr val="2F3043"/>
                </a:solidFill>
              </a:rPr>
              <a:t>Vodafone Idea Confidential</a:t>
            </a:r>
            <a:endParaRPr lang="en-IN" dirty="0">
              <a:solidFill>
                <a:srgbClr val="2F3043"/>
              </a:solidFill>
            </a:endParaRPr>
          </a:p>
        </p:txBody>
      </p:sp>
      <p:sp>
        <p:nvSpPr>
          <p:cNvPr id="4" name="Slide Number Placeholder 3"/>
          <p:cNvSpPr>
            <a:spLocks noGrp="1"/>
          </p:cNvSpPr>
          <p:nvPr>
            <p:ph type="sldNum" sz="quarter" idx="4294967295"/>
          </p:nvPr>
        </p:nvSpPr>
        <p:spPr>
          <a:xfrm>
            <a:off x="0" y="6018213"/>
            <a:ext cx="873125" cy="365125"/>
          </a:xfrm>
        </p:spPr>
        <p:txBody>
          <a:bodyPr/>
          <a:lstStyle/>
          <a:p>
            <a:fld id="{AC1CC88B-8153-4770-B0DF-840C5C37FBC3}" type="slidenum">
              <a:rPr lang="en-IN" smtClean="0">
                <a:solidFill>
                  <a:srgbClr val="FFFFFF"/>
                </a:solidFill>
              </a:rPr>
              <a:pPr/>
              <a:t>2</a:t>
            </a:fld>
            <a:endParaRPr lang="en-IN" dirty="0">
              <a:solidFill>
                <a:srgbClr val="FFFFFF"/>
              </a:solidFill>
            </a:endParaRPr>
          </a:p>
        </p:txBody>
      </p:sp>
      <p:sp>
        <p:nvSpPr>
          <p:cNvPr id="7" name="TextBox 6"/>
          <p:cNvSpPr txBox="1"/>
          <p:nvPr/>
        </p:nvSpPr>
        <p:spPr>
          <a:xfrm>
            <a:off x="436562" y="1788254"/>
            <a:ext cx="6068741" cy="4154984"/>
          </a:xfrm>
          <a:prstGeom prst="rect">
            <a:avLst/>
          </a:prstGeom>
          <a:noFill/>
        </p:spPr>
        <p:txBody>
          <a:bodyPr wrap="square" rtlCol="0">
            <a:spAutoFit/>
          </a:bodyPr>
          <a:lstStyle/>
          <a:p>
            <a:r>
              <a:rPr lang="en-US" sz="6600" b="1" dirty="0" smtClean="0">
                <a:solidFill>
                  <a:schemeClr val="bg1"/>
                </a:solidFill>
                <a:latin typeface="+mj-lt"/>
                <a:ea typeface="+mj-ea"/>
                <a:cs typeface="+mj-cs"/>
              </a:rPr>
              <a:t>Introduction  to </a:t>
            </a:r>
            <a:r>
              <a:rPr lang="en-US" sz="6600" b="1" dirty="0">
                <a:solidFill>
                  <a:schemeClr val="bg1"/>
                </a:solidFill>
                <a:latin typeface="+mj-lt"/>
                <a:ea typeface="+mj-ea"/>
                <a:cs typeface="+mj-cs"/>
              </a:rPr>
              <a:t>Cloud T</a:t>
            </a:r>
            <a:r>
              <a:rPr lang="en-US" sz="6600" b="1" dirty="0" smtClean="0">
                <a:solidFill>
                  <a:schemeClr val="bg1"/>
                </a:solidFill>
                <a:latin typeface="+mj-lt"/>
                <a:ea typeface="+mj-ea"/>
                <a:cs typeface="+mj-cs"/>
              </a:rPr>
              <a:t>elephony Solutions</a:t>
            </a:r>
            <a:endParaRPr lang="en-US" sz="6600" b="1" dirty="0">
              <a:solidFill>
                <a:schemeClr val="bg1"/>
              </a:solidFill>
              <a:latin typeface="+mj-lt"/>
              <a:ea typeface="+mj-ea"/>
              <a:cs typeface="+mj-cs"/>
            </a:endParaRPr>
          </a:p>
        </p:txBody>
      </p:sp>
    </p:spTree>
    <p:extLst>
      <p:ext uri="{BB962C8B-B14F-4D97-AF65-F5344CB8AC3E}">
        <p14:creationId xmlns:p14="http://schemas.microsoft.com/office/powerpoint/2010/main" val="17236398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5"/>
          <p:cNvSpPr txBox="1"/>
          <p:nvPr/>
        </p:nvSpPr>
        <p:spPr>
          <a:xfrm>
            <a:off x="1141497" y="133887"/>
            <a:ext cx="7868150" cy="709612"/>
          </a:xfrm>
          <a:prstGeom prst="rect">
            <a:avLst/>
          </a:prstGeom>
          <a:noFill/>
          <a:ln>
            <a:noFill/>
          </a:ln>
        </p:spPr>
        <p:txBody>
          <a:bodyPr spcFirstLastPara="1" wrap="square" lIns="91433" tIns="45700" rIns="91433" bIns="45700" anchor="t" anchorCtr="0">
            <a:noAutofit/>
          </a:bodyPr>
          <a:lstStyle/>
          <a:p>
            <a:pPr>
              <a:lnSpc>
                <a:spcPct val="90000"/>
              </a:lnSpc>
              <a:buClr>
                <a:schemeClr val="dk1"/>
              </a:buClr>
              <a:buSzPts val="1400"/>
            </a:pPr>
            <a:r>
              <a:rPr lang="en" sz="3200" b="1" dirty="0">
                <a:solidFill>
                  <a:schemeClr val="bg1"/>
                </a:solidFill>
                <a:latin typeface="Vi"/>
                <a:sym typeface="Calibri"/>
              </a:rPr>
              <a:t>Cloud Telephony Solutions - CPaaS</a:t>
            </a:r>
            <a:endParaRPr sz="3200" b="1" dirty="0">
              <a:solidFill>
                <a:schemeClr val="bg1"/>
              </a:solidFill>
              <a:latin typeface="Vi"/>
              <a:sym typeface="Calibri"/>
            </a:endParaRPr>
          </a:p>
        </p:txBody>
      </p:sp>
      <p:sp>
        <p:nvSpPr>
          <p:cNvPr id="252" name="Google Shape;252;p45"/>
          <p:cNvSpPr/>
          <p:nvPr/>
        </p:nvSpPr>
        <p:spPr>
          <a:xfrm>
            <a:off x="281452" y="976413"/>
            <a:ext cx="11166809" cy="913880"/>
          </a:xfrm>
          <a:prstGeom prst="rect">
            <a:avLst/>
          </a:prstGeom>
          <a:solidFill>
            <a:schemeClr val="lt1"/>
          </a:solidFill>
          <a:ln w="28575" cap="flat" cmpd="sng">
            <a:solidFill>
              <a:schemeClr val="lt1"/>
            </a:solidFill>
            <a:prstDash val="solid"/>
            <a:miter lim="800000"/>
            <a:headEnd type="none" w="sm" len="sm"/>
            <a:tailEnd type="none" w="sm" len="sm"/>
          </a:ln>
        </p:spPr>
        <p:txBody>
          <a:bodyPr spcFirstLastPara="1" wrap="square" lIns="91433" tIns="45700" rIns="91433" bIns="45700" anchor="ctr" anchorCtr="0">
            <a:noAutofit/>
          </a:bodyPr>
          <a:lstStyle/>
          <a:p>
            <a:r>
              <a:rPr lang="en" sz="1467">
                <a:solidFill>
                  <a:schemeClr val="dk1"/>
                </a:solidFill>
                <a:latin typeface="Calibri"/>
                <a:ea typeface="Calibri"/>
                <a:cs typeface="Calibri"/>
                <a:sym typeface="Calibri"/>
              </a:rPr>
              <a:t>Cloud Telephony solution is </a:t>
            </a:r>
            <a:r>
              <a:rPr lang="en" sz="1467" i="1">
                <a:solidFill>
                  <a:schemeClr val="dk1"/>
                </a:solidFill>
                <a:latin typeface="Calibri"/>
                <a:ea typeface="Calibri"/>
                <a:cs typeface="Calibri"/>
                <a:sym typeface="Calibri"/>
              </a:rPr>
              <a:t>Communications Platform as a Service (CPaaS)</a:t>
            </a:r>
            <a:r>
              <a:rPr lang="en" sz="1467">
                <a:solidFill>
                  <a:schemeClr val="dk1"/>
                </a:solidFill>
                <a:latin typeface="Calibri"/>
                <a:ea typeface="Calibri"/>
                <a:cs typeface="Calibri"/>
                <a:sym typeface="Calibri"/>
              </a:rPr>
              <a:t> which enables enterprises to </a:t>
            </a:r>
            <a:r>
              <a:rPr lang="en" sz="1467" b="1" u="sng">
                <a:solidFill>
                  <a:schemeClr val="dk1"/>
                </a:solidFill>
                <a:latin typeface="Calibri"/>
                <a:ea typeface="Calibri"/>
                <a:cs typeface="Calibri"/>
                <a:sym typeface="Calibri"/>
              </a:rPr>
              <a:t>automate business processes</a:t>
            </a:r>
            <a:r>
              <a:rPr lang="en" sz="1467">
                <a:solidFill>
                  <a:schemeClr val="dk1"/>
                </a:solidFill>
                <a:latin typeface="Calibri"/>
                <a:ea typeface="Calibri"/>
                <a:cs typeface="Calibri"/>
                <a:sym typeface="Calibri"/>
              </a:rPr>
              <a:t> supported by intelligent multi - channel communication and application integration.</a:t>
            </a:r>
            <a:endParaRPr sz="1467"/>
          </a:p>
        </p:txBody>
      </p:sp>
      <p:sp>
        <p:nvSpPr>
          <p:cNvPr id="253" name="Google Shape;253;p45"/>
          <p:cNvSpPr/>
          <p:nvPr/>
        </p:nvSpPr>
        <p:spPr>
          <a:xfrm>
            <a:off x="3396703" y="2907294"/>
            <a:ext cx="939408" cy="598516"/>
          </a:xfrm>
          <a:prstGeom prst="mathPlus">
            <a:avLst>
              <a:gd name="adj1" fmla="val 23520"/>
            </a:avLst>
          </a:prstGeom>
          <a:solidFill>
            <a:schemeClr val="accent2"/>
          </a:solidFill>
          <a:ln w="12700" cap="flat" cmpd="sng">
            <a:solidFill>
              <a:srgbClr val="31538F"/>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467">
              <a:solidFill>
                <a:schemeClr val="lt1"/>
              </a:solidFill>
              <a:latin typeface="Calibri"/>
              <a:ea typeface="Calibri"/>
              <a:cs typeface="Calibri"/>
              <a:sym typeface="Calibri"/>
            </a:endParaRPr>
          </a:p>
        </p:txBody>
      </p:sp>
      <p:pic>
        <p:nvPicPr>
          <p:cNvPr id="254" name="Google Shape;254;p45"/>
          <p:cNvPicPr preferRelativeResize="0"/>
          <p:nvPr/>
        </p:nvPicPr>
        <p:blipFill rotWithShape="1">
          <a:blip r:embed="rId3">
            <a:alphaModFix/>
          </a:blip>
          <a:srcRect/>
          <a:stretch/>
        </p:blipFill>
        <p:spPr>
          <a:xfrm>
            <a:off x="1141497" y="2709571"/>
            <a:ext cx="2163571" cy="1064723"/>
          </a:xfrm>
          <a:prstGeom prst="rect">
            <a:avLst/>
          </a:prstGeom>
          <a:noFill/>
          <a:ln>
            <a:noFill/>
          </a:ln>
        </p:spPr>
      </p:pic>
      <p:pic>
        <p:nvPicPr>
          <p:cNvPr id="255" name="Google Shape;255;p45"/>
          <p:cNvPicPr preferRelativeResize="0"/>
          <p:nvPr/>
        </p:nvPicPr>
        <p:blipFill rotWithShape="1">
          <a:blip r:embed="rId4">
            <a:alphaModFix/>
          </a:blip>
          <a:srcRect/>
          <a:stretch/>
        </p:blipFill>
        <p:spPr>
          <a:xfrm>
            <a:off x="4668549" y="2907294"/>
            <a:ext cx="2076588" cy="781221"/>
          </a:xfrm>
          <a:prstGeom prst="rect">
            <a:avLst/>
          </a:prstGeom>
          <a:noFill/>
          <a:ln>
            <a:noFill/>
          </a:ln>
        </p:spPr>
      </p:pic>
      <p:pic>
        <p:nvPicPr>
          <p:cNvPr id="256" name="Google Shape;256;p45"/>
          <p:cNvPicPr preferRelativeResize="0"/>
          <p:nvPr/>
        </p:nvPicPr>
        <p:blipFill rotWithShape="1">
          <a:blip r:embed="rId5">
            <a:alphaModFix/>
          </a:blip>
          <a:srcRect/>
          <a:stretch/>
        </p:blipFill>
        <p:spPr>
          <a:xfrm>
            <a:off x="8778379" y="2724585"/>
            <a:ext cx="1735699" cy="963931"/>
          </a:xfrm>
          <a:prstGeom prst="rect">
            <a:avLst/>
          </a:prstGeom>
          <a:noFill/>
          <a:ln>
            <a:noFill/>
          </a:ln>
        </p:spPr>
      </p:pic>
      <p:sp>
        <p:nvSpPr>
          <p:cNvPr id="257" name="Google Shape;257;p45"/>
          <p:cNvSpPr txBox="1"/>
          <p:nvPr/>
        </p:nvSpPr>
        <p:spPr>
          <a:xfrm>
            <a:off x="1751077" y="2290106"/>
            <a:ext cx="944412" cy="369291"/>
          </a:xfrm>
          <a:prstGeom prst="rect">
            <a:avLst/>
          </a:prstGeom>
          <a:noFill/>
          <a:ln>
            <a:noFill/>
          </a:ln>
        </p:spPr>
        <p:txBody>
          <a:bodyPr spcFirstLastPara="1" wrap="square" lIns="91433" tIns="45700" rIns="91433" bIns="45700" anchor="t" anchorCtr="0">
            <a:spAutoFit/>
          </a:bodyPr>
          <a:lstStyle/>
          <a:p>
            <a:pPr>
              <a:lnSpc>
                <a:spcPct val="90000"/>
              </a:lnSpc>
            </a:pPr>
            <a:r>
              <a:rPr lang="en" sz="2000" b="1">
                <a:solidFill>
                  <a:schemeClr val="accent1"/>
                </a:solidFill>
                <a:latin typeface="Calibri"/>
                <a:ea typeface="Calibri"/>
                <a:cs typeface="Calibri"/>
                <a:sym typeface="Calibri"/>
              </a:rPr>
              <a:t>Cloud</a:t>
            </a:r>
            <a:endParaRPr sz="1467"/>
          </a:p>
        </p:txBody>
      </p:sp>
      <p:sp>
        <p:nvSpPr>
          <p:cNvPr id="258" name="Google Shape;258;p45"/>
          <p:cNvSpPr txBox="1"/>
          <p:nvPr/>
        </p:nvSpPr>
        <p:spPr>
          <a:xfrm>
            <a:off x="4984579" y="2303613"/>
            <a:ext cx="1760557" cy="369291"/>
          </a:xfrm>
          <a:prstGeom prst="rect">
            <a:avLst/>
          </a:prstGeom>
          <a:noFill/>
          <a:ln>
            <a:noFill/>
          </a:ln>
        </p:spPr>
        <p:txBody>
          <a:bodyPr spcFirstLastPara="1" wrap="square" lIns="91433" tIns="45700" rIns="91433" bIns="45700" anchor="t" anchorCtr="0">
            <a:spAutoFit/>
          </a:bodyPr>
          <a:lstStyle/>
          <a:p>
            <a:pPr>
              <a:lnSpc>
                <a:spcPct val="90000"/>
              </a:lnSpc>
            </a:pPr>
            <a:r>
              <a:rPr lang="en" sz="2000" b="1">
                <a:solidFill>
                  <a:schemeClr val="accent1"/>
                </a:solidFill>
                <a:latin typeface="Calibri"/>
                <a:ea typeface="Calibri"/>
                <a:cs typeface="Calibri"/>
                <a:sym typeface="Calibri"/>
              </a:rPr>
              <a:t>Telephony</a:t>
            </a:r>
            <a:endParaRPr sz="1467"/>
          </a:p>
        </p:txBody>
      </p:sp>
      <p:sp>
        <p:nvSpPr>
          <p:cNvPr id="259" name="Google Shape;259;p45"/>
          <p:cNvSpPr txBox="1"/>
          <p:nvPr/>
        </p:nvSpPr>
        <p:spPr>
          <a:xfrm>
            <a:off x="8852463" y="2290106"/>
            <a:ext cx="1360303" cy="369291"/>
          </a:xfrm>
          <a:prstGeom prst="rect">
            <a:avLst/>
          </a:prstGeom>
          <a:noFill/>
          <a:ln>
            <a:noFill/>
          </a:ln>
        </p:spPr>
        <p:txBody>
          <a:bodyPr spcFirstLastPara="1" wrap="square" lIns="91433" tIns="45700" rIns="91433" bIns="45700" anchor="t" anchorCtr="0">
            <a:spAutoFit/>
          </a:bodyPr>
          <a:lstStyle/>
          <a:p>
            <a:pPr>
              <a:lnSpc>
                <a:spcPct val="90000"/>
              </a:lnSpc>
            </a:pPr>
            <a:r>
              <a:rPr lang="en" sz="2000" b="1">
                <a:solidFill>
                  <a:schemeClr val="accent1"/>
                </a:solidFill>
                <a:latin typeface="Calibri"/>
                <a:ea typeface="Calibri"/>
                <a:cs typeface="Calibri"/>
                <a:sym typeface="Calibri"/>
              </a:rPr>
              <a:t>Solutions</a:t>
            </a:r>
            <a:endParaRPr sz="1467"/>
          </a:p>
        </p:txBody>
      </p:sp>
      <p:sp>
        <p:nvSpPr>
          <p:cNvPr id="260" name="Google Shape;260;p45"/>
          <p:cNvSpPr txBox="1"/>
          <p:nvPr/>
        </p:nvSpPr>
        <p:spPr>
          <a:xfrm>
            <a:off x="1141497" y="4114048"/>
            <a:ext cx="2880479" cy="543826"/>
          </a:xfrm>
          <a:prstGeom prst="rect">
            <a:avLst/>
          </a:prstGeom>
          <a:noFill/>
          <a:ln>
            <a:noFill/>
          </a:ln>
        </p:spPr>
        <p:txBody>
          <a:bodyPr spcFirstLastPara="1" wrap="square" lIns="91433" tIns="45700" rIns="91433" bIns="45700" anchor="t" anchorCtr="0">
            <a:spAutoFit/>
          </a:bodyPr>
          <a:lstStyle/>
          <a:p>
            <a:pPr marL="287859" indent="-296326">
              <a:buClr>
                <a:schemeClr val="dk1"/>
              </a:buClr>
              <a:buSzPts val="1100"/>
              <a:buFont typeface="Arial"/>
              <a:buChar char="•"/>
            </a:pPr>
            <a:r>
              <a:rPr lang="en" sz="1467">
                <a:solidFill>
                  <a:schemeClr val="dk1"/>
                </a:solidFill>
                <a:latin typeface="Calibri"/>
                <a:ea typeface="Calibri"/>
                <a:cs typeface="Calibri"/>
                <a:sym typeface="Calibri"/>
              </a:rPr>
              <a:t>Infrastructure hosted in TSP on premise OR on cloud </a:t>
            </a:r>
            <a:endParaRPr sz="1467"/>
          </a:p>
        </p:txBody>
      </p:sp>
      <p:sp>
        <p:nvSpPr>
          <p:cNvPr id="261" name="Google Shape;261;p45"/>
          <p:cNvSpPr txBox="1"/>
          <p:nvPr/>
        </p:nvSpPr>
        <p:spPr>
          <a:xfrm>
            <a:off x="4169364" y="4080796"/>
            <a:ext cx="3299595" cy="1221128"/>
          </a:xfrm>
          <a:prstGeom prst="rect">
            <a:avLst/>
          </a:prstGeom>
          <a:noFill/>
          <a:ln>
            <a:noFill/>
          </a:ln>
        </p:spPr>
        <p:txBody>
          <a:bodyPr spcFirstLastPara="1" wrap="square" lIns="91433" tIns="45700" rIns="91433" bIns="45700" anchor="t" anchorCtr="0">
            <a:spAutoFit/>
          </a:bodyPr>
          <a:lstStyle/>
          <a:p>
            <a:pPr marL="287859" indent="-296326">
              <a:buClr>
                <a:schemeClr val="dk1"/>
              </a:buClr>
              <a:buSzPts val="1100"/>
              <a:buFont typeface="Arial"/>
              <a:buChar char="•"/>
            </a:pPr>
            <a:r>
              <a:rPr lang="en" sz="1467" dirty="0">
                <a:solidFill>
                  <a:schemeClr val="dk1"/>
                </a:solidFill>
                <a:latin typeface="Calibri"/>
                <a:ea typeface="Calibri"/>
                <a:cs typeface="Calibri"/>
                <a:sym typeface="Calibri"/>
              </a:rPr>
              <a:t>Integrated with communication channels Voice &amp; SMS.</a:t>
            </a:r>
            <a:endParaRPr sz="1467" dirty="0"/>
          </a:p>
          <a:p>
            <a:pPr marL="287859" indent="-203195">
              <a:buClr>
                <a:schemeClr val="dk1"/>
              </a:buClr>
              <a:buSzPts val="1100"/>
            </a:pPr>
            <a:endParaRPr sz="1467" dirty="0">
              <a:solidFill>
                <a:schemeClr val="dk1"/>
              </a:solidFill>
              <a:latin typeface="Calibri"/>
              <a:ea typeface="Calibri"/>
              <a:cs typeface="Calibri"/>
              <a:sym typeface="Calibri"/>
            </a:endParaRPr>
          </a:p>
          <a:p>
            <a:pPr marL="287859" indent="-296326">
              <a:buClr>
                <a:schemeClr val="dk1"/>
              </a:buClr>
              <a:buSzPts val="1100"/>
              <a:buFont typeface="Arial"/>
              <a:buChar char="•"/>
            </a:pPr>
            <a:r>
              <a:rPr lang="en" sz="1467" dirty="0">
                <a:solidFill>
                  <a:schemeClr val="dk1"/>
                </a:solidFill>
                <a:latin typeface="Calibri"/>
                <a:ea typeface="Calibri"/>
                <a:cs typeface="Calibri"/>
                <a:sym typeface="Calibri"/>
              </a:rPr>
              <a:t>Keep adding OTT channels - WhatsApp, RBM, FB, Twitter etc.</a:t>
            </a:r>
            <a:endParaRPr sz="1467" dirty="0"/>
          </a:p>
        </p:txBody>
      </p:sp>
      <p:sp>
        <p:nvSpPr>
          <p:cNvPr id="262" name="Google Shape;262;p45"/>
          <p:cNvSpPr txBox="1"/>
          <p:nvPr/>
        </p:nvSpPr>
        <p:spPr>
          <a:xfrm>
            <a:off x="8189734" y="4100910"/>
            <a:ext cx="3136159" cy="543826"/>
          </a:xfrm>
          <a:prstGeom prst="rect">
            <a:avLst/>
          </a:prstGeom>
          <a:noFill/>
          <a:ln>
            <a:noFill/>
          </a:ln>
        </p:spPr>
        <p:txBody>
          <a:bodyPr spcFirstLastPara="1" wrap="square" lIns="91433" tIns="45700" rIns="91433" bIns="45700" anchor="t" anchorCtr="0">
            <a:spAutoFit/>
          </a:bodyPr>
          <a:lstStyle/>
          <a:p>
            <a:pPr marL="287859" indent="-296326">
              <a:buClr>
                <a:schemeClr val="dk1"/>
              </a:buClr>
              <a:buSzPts val="1100"/>
              <a:buFont typeface="Arial"/>
              <a:buChar char="•"/>
            </a:pPr>
            <a:r>
              <a:rPr lang="en" sz="1467">
                <a:solidFill>
                  <a:schemeClr val="dk1"/>
                </a:solidFill>
                <a:latin typeface="Calibri"/>
                <a:ea typeface="Calibri"/>
                <a:cs typeface="Calibri"/>
                <a:sym typeface="Calibri"/>
              </a:rPr>
              <a:t>Offer different solutions for customers.</a:t>
            </a:r>
            <a:endParaRPr sz="1467"/>
          </a:p>
        </p:txBody>
      </p:sp>
      <p:sp>
        <p:nvSpPr>
          <p:cNvPr id="263" name="Google Shape;263;p45"/>
          <p:cNvSpPr/>
          <p:nvPr/>
        </p:nvSpPr>
        <p:spPr>
          <a:xfrm>
            <a:off x="7125213" y="2774115"/>
            <a:ext cx="1087736" cy="914400"/>
          </a:xfrm>
          <a:prstGeom prst="mathEqual">
            <a:avLst>
              <a:gd name="adj1" fmla="val 23520"/>
              <a:gd name="adj2" fmla="val 11760"/>
            </a:avLst>
          </a:prstGeom>
          <a:solidFill>
            <a:schemeClr val="accent2"/>
          </a:solidFill>
          <a:ln w="12700" cap="flat" cmpd="sng">
            <a:solidFill>
              <a:srgbClr val="31538F"/>
            </a:solidFill>
            <a:prstDash val="solid"/>
            <a:miter lim="800000"/>
            <a:headEnd type="none" w="sm" len="sm"/>
            <a:tailEnd type="none" w="sm" len="sm"/>
          </a:ln>
        </p:spPr>
        <p:txBody>
          <a:bodyPr spcFirstLastPara="1" wrap="square" lIns="91433" tIns="45700" rIns="91433" bIns="45700" anchor="ctr" anchorCtr="0">
            <a:noAutofit/>
          </a:bodyPr>
          <a:lstStyle/>
          <a:p>
            <a:pPr algn="ctr"/>
            <a:endParaRPr sz="1467">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xmlns="" id="{A4D04E95-2289-EA8D-187D-96F904DBC7F8}"/>
              </a:ext>
            </a:extLst>
          </p:cNvPr>
          <p:cNvSpPr txBox="1"/>
          <p:nvPr/>
        </p:nvSpPr>
        <p:spPr>
          <a:xfrm>
            <a:off x="281452" y="5869697"/>
            <a:ext cx="11583171" cy="830997"/>
          </a:xfrm>
          <a:prstGeom prst="rect">
            <a:avLst/>
          </a:prstGeom>
          <a:noFill/>
        </p:spPr>
        <p:txBody>
          <a:bodyPr wrap="none" rtlCol="0">
            <a:spAutoFit/>
          </a:bodyPr>
          <a:lstStyle/>
          <a:p>
            <a:pPr marL="380990" indent="-380990">
              <a:buFont typeface="Arial" panose="020B0604020202020204" pitchFamily="34" charset="0"/>
              <a:buChar char="•"/>
            </a:pPr>
            <a:r>
              <a:rPr lang="en-US" sz="2400" dirty="0"/>
              <a:t> </a:t>
            </a:r>
            <a:r>
              <a:rPr lang="en-US" sz="2400" dirty="0">
                <a:solidFill>
                  <a:schemeClr val="dk1"/>
                </a:solidFill>
              </a:rPr>
              <a:t>A cloud Telephony number is hosted in cloud servers, hence will not have a physical SIM</a:t>
            </a:r>
          </a:p>
          <a:p>
            <a:endParaRPr lang="en-IN" sz="2400" dirty="0"/>
          </a:p>
        </p:txBody>
      </p:sp>
    </p:spTree>
    <p:extLst>
      <p:ext uri="{BB962C8B-B14F-4D97-AF65-F5344CB8AC3E}">
        <p14:creationId xmlns:p14="http://schemas.microsoft.com/office/powerpoint/2010/main" val="37659483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018213"/>
            <a:ext cx="873125" cy="365125"/>
          </a:xfrm>
        </p:spPr>
        <p:txBody>
          <a:bodyPr/>
          <a:lstStyle/>
          <a:p>
            <a:fld id="{AC1CC88B-8153-4770-B0DF-840C5C37FBC3}" type="slidenum">
              <a:rPr lang="en-IN" smtClean="0"/>
              <a:t>4</a:t>
            </a:fld>
            <a:endParaRPr lang="en-IN"/>
          </a:p>
        </p:txBody>
      </p:sp>
      <p:sp>
        <p:nvSpPr>
          <p:cNvPr id="7" name="TextBox 6"/>
          <p:cNvSpPr txBox="1"/>
          <p:nvPr/>
        </p:nvSpPr>
        <p:spPr>
          <a:xfrm>
            <a:off x="91441" y="861608"/>
            <a:ext cx="11639005" cy="8217634"/>
          </a:xfrm>
          <a:prstGeom prst="rect">
            <a:avLst/>
          </a:prstGeom>
          <a:noFill/>
        </p:spPr>
        <p:txBody>
          <a:bodyPr wrap="square" rtlCol="0">
            <a:spAutoFit/>
          </a:bodyPr>
          <a:lstStyle/>
          <a:p>
            <a:pPr>
              <a:lnSpc>
                <a:spcPct val="150000"/>
              </a:lnSpc>
            </a:pPr>
            <a:r>
              <a:rPr lang="en-US" sz="1600" b="1" dirty="0">
                <a:solidFill>
                  <a:srgbClr val="FF0000"/>
                </a:solidFill>
                <a:latin typeface="Vi"/>
                <a:cs typeface="Arial" panose="020B0604020202020204" pitchFamily="34" charset="0"/>
              </a:rPr>
              <a:t>What is Cloud Telephony?</a:t>
            </a:r>
          </a:p>
          <a:p>
            <a:pPr>
              <a:lnSpc>
                <a:spcPct val="150000"/>
              </a:lnSpc>
            </a:pPr>
            <a:endParaRPr lang="en-US" sz="1600" b="1" dirty="0">
              <a:latin typeface="Vi"/>
              <a:cs typeface="Arial" panose="020B0604020202020204" pitchFamily="34" charset="0"/>
            </a:endParaRPr>
          </a:p>
          <a:p>
            <a:pPr>
              <a:lnSpc>
                <a:spcPct val="150000"/>
              </a:lnSpc>
            </a:pPr>
            <a:r>
              <a:rPr lang="en-US" sz="1600" dirty="0">
                <a:latin typeface="Vi"/>
                <a:cs typeface="Arial" panose="020B0604020202020204" pitchFamily="34" charset="0"/>
              </a:rPr>
              <a:t>Cloud Telephony solution is </a:t>
            </a:r>
            <a:r>
              <a:rPr lang="en-US" sz="1600" i="1" dirty="0">
                <a:latin typeface="Vi"/>
                <a:cs typeface="Arial" panose="020B0604020202020204" pitchFamily="34" charset="0"/>
              </a:rPr>
              <a:t>Communications Platform as a Service (</a:t>
            </a:r>
            <a:r>
              <a:rPr lang="en-US" sz="1600" i="1" dirty="0" err="1">
                <a:latin typeface="Vi"/>
                <a:cs typeface="Arial" panose="020B0604020202020204" pitchFamily="34" charset="0"/>
              </a:rPr>
              <a:t>CPaaS</a:t>
            </a:r>
            <a:r>
              <a:rPr lang="en-US" sz="1600" i="1" dirty="0">
                <a:latin typeface="Vi"/>
                <a:cs typeface="Arial" panose="020B0604020202020204" pitchFamily="34" charset="0"/>
              </a:rPr>
              <a:t>)</a:t>
            </a:r>
            <a:r>
              <a:rPr lang="en-US" sz="1600" dirty="0">
                <a:latin typeface="Vi"/>
                <a:cs typeface="Arial" panose="020B0604020202020204" pitchFamily="34" charset="0"/>
              </a:rPr>
              <a:t> which enables enterprises to </a:t>
            </a:r>
            <a:r>
              <a:rPr lang="en-US" sz="1600" b="1" u="sng" dirty="0">
                <a:latin typeface="Vi"/>
                <a:cs typeface="Arial" panose="020B0604020202020204" pitchFamily="34" charset="0"/>
              </a:rPr>
              <a:t>automate business processes</a:t>
            </a:r>
            <a:r>
              <a:rPr lang="en-US" sz="1600" dirty="0">
                <a:latin typeface="Vi"/>
                <a:cs typeface="Arial" panose="020B0604020202020204" pitchFamily="34" charset="0"/>
              </a:rPr>
              <a:t> like lead management, order booking, payment collections, customer appointments, service reminders etc. supported by intelligent multi - channel communication and application integration.</a:t>
            </a:r>
          </a:p>
          <a:p>
            <a:pPr>
              <a:lnSpc>
                <a:spcPct val="150000"/>
              </a:lnSpc>
            </a:pPr>
            <a:endParaRPr lang="en-US" sz="1600" dirty="0">
              <a:latin typeface="Vi"/>
              <a:cs typeface="Arial" panose="020B0604020202020204" pitchFamily="34" charset="0"/>
            </a:endParaRPr>
          </a:p>
          <a:p>
            <a:pPr>
              <a:lnSpc>
                <a:spcPct val="150000"/>
              </a:lnSpc>
            </a:pPr>
            <a:r>
              <a:rPr lang="en-US" sz="1600" b="1" dirty="0">
                <a:solidFill>
                  <a:srgbClr val="FF0000"/>
                </a:solidFill>
                <a:latin typeface="Vi"/>
                <a:cs typeface="Arial" panose="020B0604020202020204" pitchFamily="34" charset="0"/>
              </a:rPr>
              <a:t>Key Features </a:t>
            </a:r>
            <a:r>
              <a:rPr lang="en-US" sz="1600" b="1" dirty="0" smtClean="0">
                <a:solidFill>
                  <a:srgbClr val="FF0000"/>
                </a:solidFill>
                <a:latin typeface="Vi"/>
                <a:cs typeface="Arial" panose="020B0604020202020204" pitchFamily="34" charset="0"/>
              </a:rPr>
              <a:t>:</a:t>
            </a:r>
            <a:endParaRPr lang="en-US" sz="1600" b="1" dirty="0">
              <a:latin typeface="Vi"/>
              <a:cs typeface="Arial" panose="020B0604020202020204" pitchFamily="34" charset="0"/>
            </a:endParaRPr>
          </a:p>
          <a:p>
            <a:pPr marL="285750" indent="-285750">
              <a:lnSpc>
                <a:spcPct val="150000"/>
              </a:lnSpc>
              <a:buFont typeface="Wingdings" panose="05000000000000000000" pitchFamily="2" charset="2"/>
              <a:buChar char="q"/>
            </a:pPr>
            <a:r>
              <a:rPr lang="en-US" sz="1600" dirty="0">
                <a:latin typeface="Vi"/>
                <a:cs typeface="Arial" panose="020B0604020202020204" pitchFamily="34" charset="0"/>
              </a:rPr>
              <a:t>Available on 10 digit and 1800 series </a:t>
            </a:r>
            <a:r>
              <a:rPr lang="en-US" sz="1600" dirty="0" smtClean="0">
                <a:latin typeface="Vi"/>
                <a:cs typeface="Arial" panose="020B0604020202020204" pitchFamily="34" charset="0"/>
              </a:rPr>
              <a:t>numbers.</a:t>
            </a:r>
            <a:endParaRPr lang="en-US" sz="1600" dirty="0">
              <a:latin typeface="Vi"/>
              <a:cs typeface="Arial" panose="020B0604020202020204" pitchFamily="34" charset="0"/>
            </a:endParaRPr>
          </a:p>
          <a:p>
            <a:pPr marL="285750" indent="-285750">
              <a:lnSpc>
                <a:spcPct val="150000"/>
              </a:lnSpc>
              <a:buFont typeface="Wingdings" panose="05000000000000000000" pitchFamily="2" charset="2"/>
              <a:buChar char="q"/>
            </a:pPr>
            <a:r>
              <a:rPr lang="en-US" sz="1600" dirty="0">
                <a:latin typeface="Vi"/>
                <a:cs typeface="Arial" panose="020B0604020202020204" pitchFamily="34" charset="0"/>
              </a:rPr>
              <a:t>Supports customized and secured API </a:t>
            </a:r>
            <a:r>
              <a:rPr lang="en-US" sz="1600" dirty="0" smtClean="0">
                <a:latin typeface="Vi"/>
                <a:cs typeface="Arial" panose="020B0604020202020204" pitchFamily="34" charset="0"/>
              </a:rPr>
              <a:t>integration.</a:t>
            </a:r>
            <a:endParaRPr lang="en-US" sz="1600" dirty="0">
              <a:latin typeface="Vi"/>
              <a:cs typeface="Arial" panose="020B0604020202020204" pitchFamily="34" charset="0"/>
            </a:endParaRPr>
          </a:p>
          <a:p>
            <a:pPr marL="285750" indent="-285750">
              <a:lnSpc>
                <a:spcPct val="150000"/>
              </a:lnSpc>
              <a:buFont typeface="Wingdings" panose="05000000000000000000" pitchFamily="2" charset="2"/>
              <a:buChar char="q"/>
            </a:pPr>
            <a:r>
              <a:rPr lang="en-US" sz="1600" dirty="0">
                <a:latin typeface="Vi"/>
                <a:cs typeface="Arial" panose="020B0604020202020204" pitchFamily="34" charset="0"/>
              </a:rPr>
              <a:t>Omni channel CLI experience for Incoming SMS, Incoming Call &amp; Outgoing Call facilitated on 10 digit number</a:t>
            </a:r>
            <a:r>
              <a:rPr lang="en-US" sz="1600" dirty="0" smtClean="0">
                <a:latin typeface="Vi"/>
                <a:cs typeface="Arial" panose="020B0604020202020204" pitchFamily="34" charset="0"/>
              </a:rPr>
              <a:t>.</a:t>
            </a:r>
            <a:endParaRPr lang="en-US" sz="1600" dirty="0">
              <a:latin typeface="Vi"/>
              <a:cs typeface="Arial" panose="020B0604020202020204" pitchFamily="34" charset="0"/>
            </a:endParaRPr>
          </a:p>
          <a:p>
            <a:pPr marL="285750" indent="-285750">
              <a:lnSpc>
                <a:spcPct val="150000"/>
              </a:lnSpc>
              <a:buFont typeface="Wingdings" panose="05000000000000000000" pitchFamily="2" charset="2"/>
              <a:buChar char="q"/>
            </a:pPr>
            <a:r>
              <a:rPr lang="en-US" sz="1600" dirty="0">
                <a:latin typeface="Vi"/>
                <a:cs typeface="Arial" panose="020B0604020202020204" pitchFamily="34" charset="0"/>
              </a:rPr>
              <a:t>Local circle number can be provisioned for </a:t>
            </a:r>
            <a:r>
              <a:rPr lang="en-US" sz="1600" dirty="0" smtClean="0">
                <a:latin typeface="Vi"/>
                <a:cs typeface="Arial" panose="020B0604020202020204" pitchFamily="34" charset="0"/>
              </a:rPr>
              <a:t>Enterprises.</a:t>
            </a:r>
          </a:p>
          <a:p>
            <a:pPr marL="285750" indent="-285750">
              <a:lnSpc>
                <a:spcPct val="150000"/>
              </a:lnSpc>
              <a:buFont typeface="Wingdings" panose="05000000000000000000" pitchFamily="2" charset="2"/>
              <a:buChar char="q"/>
            </a:pPr>
            <a:r>
              <a:rPr lang="en-US" sz="1600" dirty="0">
                <a:latin typeface="Vi"/>
              </a:rPr>
              <a:t>In CTS every customer needs to have an individual VMN number</a:t>
            </a:r>
            <a:r>
              <a:rPr lang="en-US" sz="1600" dirty="0" smtClean="0">
                <a:latin typeface="Vi"/>
              </a:rPr>
              <a:t>.</a:t>
            </a:r>
          </a:p>
          <a:p>
            <a:pPr marL="285750" indent="-285750">
              <a:lnSpc>
                <a:spcPct val="150000"/>
              </a:lnSpc>
              <a:buFont typeface="Wingdings" panose="05000000000000000000" pitchFamily="2" charset="2"/>
              <a:buChar char="q"/>
            </a:pPr>
            <a:endParaRPr lang="en-US" sz="1600" dirty="0">
              <a:latin typeface="Vi"/>
            </a:endParaRPr>
          </a:p>
          <a:p>
            <a:pPr marL="285750" indent="-285750">
              <a:lnSpc>
                <a:spcPct val="150000"/>
              </a:lnSpc>
              <a:buFont typeface="Wingdings" panose="05000000000000000000" pitchFamily="2" charset="2"/>
              <a:buChar char="q"/>
            </a:pPr>
            <a:endParaRPr lang="en-US" sz="1600" dirty="0" smtClean="0">
              <a:latin typeface="Vi"/>
              <a:cs typeface="Arial" panose="020B0604020202020204" pitchFamily="34" charset="0"/>
            </a:endParaRPr>
          </a:p>
          <a:p>
            <a:pPr marL="285750" indent="-285750">
              <a:lnSpc>
                <a:spcPct val="150000"/>
              </a:lnSpc>
              <a:buFont typeface="Wingdings" panose="05000000000000000000" pitchFamily="2" charset="2"/>
              <a:buChar char="q"/>
            </a:pPr>
            <a:endParaRPr lang="en-US" sz="1600" dirty="0">
              <a:latin typeface="Vi"/>
            </a:endParaRPr>
          </a:p>
          <a:p>
            <a:pPr marL="285750" indent="-285750">
              <a:lnSpc>
                <a:spcPct val="150000"/>
              </a:lnSpc>
              <a:buFont typeface="Wingdings" panose="05000000000000000000" pitchFamily="2" charset="2"/>
              <a:buChar char="q"/>
            </a:pPr>
            <a:endParaRPr lang="en-US" sz="1600" dirty="0">
              <a:latin typeface="Vi"/>
            </a:endParaRPr>
          </a:p>
          <a:p>
            <a:pPr>
              <a:lnSpc>
                <a:spcPct val="150000"/>
              </a:lnSpc>
            </a:pPr>
            <a:endParaRPr lang="en-US" sz="1600" dirty="0">
              <a:latin typeface="Vi"/>
            </a:endParaRPr>
          </a:p>
          <a:p>
            <a:pPr>
              <a:lnSpc>
                <a:spcPct val="150000"/>
              </a:lnSpc>
            </a:pPr>
            <a:endParaRPr lang="en-US" sz="1600" dirty="0">
              <a:latin typeface="Vi"/>
            </a:endParaRPr>
          </a:p>
          <a:p>
            <a:pPr marL="171450" indent="-171450">
              <a:lnSpc>
                <a:spcPct val="150000"/>
              </a:lnSpc>
              <a:buFont typeface="Arial" panose="020B0604020202020204" pitchFamily="34" charset="0"/>
              <a:buChar char="•"/>
            </a:pPr>
            <a:endParaRPr lang="en-US" sz="1600" dirty="0" smtClean="0">
              <a:latin typeface="Vi"/>
              <a:cs typeface="Arial" panose="020B0604020202020204" pitchFamily="34" charset="0"/>
            </a:endParaRPr>
          </a:p>
          <a:p>
            <a:pPr marL="171450" indent="-171450">
              <a:lnSpc>
                <a:spcPct val="150000"/>
              </a:lnSpc>
              <a:buFont typeface="Arial" panose="020B0604020202020204" pitchFamily="34" charset="0"/>
              <a:buChar char="•"/>
            </a:pPr>
            <a:endParaRPr lang="en-US" sz="1600" dirty="0" smtClean="0">
              <a:latin typeface="Vi"/>
              <a:cs typeface="Arial" panose="020B0604020202020204" pitchFamily="34" charset="0"/>
            </a:endParaRPr>
          </a:p>
          <a:p>
            <a:pPr marL="171450" indent="-171450">
              <a:lnSpc>
                <a:spcPct val="150000"/>
              </a:lnSpc>
              <a:buFont typeface="Arial" panose="020B0604020202020204" pitchFamily="34" charset="0"/>
              <a:buChar char="•"/>
            </a:pPr>
            <a:endParaRPr lang="en-US" sz="1600" dirty="0">
              <a:latin typeface="Vi"/>
              <a:cs typeface="Arial" panose="020B0604020202020204" pitchFamily="34" charset="0"/>
            </a:endParaRPr>
          </a:p>
          <a:p>
            <a:pPr>
              <a:lnSpc>
                <a:spcPct val="150000"/>
              </a:lnSpc>
            </a:pPr>
            <a:endParaRPr lang="en-US" sz="1600" dirty="0">
              <a:latin typeface="Vi"/>
              <a:cs typeface="Arial" panose="020B0604020202020204" pitchFamily="34" charset="0"/>
            </a:endParaRPr>
          </a:p>
        </p:txBody>
      </p:sp>
      <p:sp>
        <p:nvSpPr>
          <p:cNvPr id="3" name="Rectangle 2"/>
          <p:cNvSpPr/>
          <p:nvPr/>
        </p:nvSpPr>
        <p:spPr>
          <a:xfrm>
            <a:off x="1201850" y="117566"/>
            <a:ext cx="10528596" cy="584775"/>
          </a:xfrm>
          <a:prstGeom prst="rect">
            <a:avLst/>
          </a:prstGeom>
        </p:spPr>
        <p:txBody>
          <a:bodyPr wrap="square">
            <a:spAutoFit/>
          </a:bodyPr>
          <a:lstStyle/>
          <a:p>
            <a:r>
              <a:rPr lang="en-US" sz="3200" b="1" dirty="0">
                <a:solidFill>
                  <a:schemeClr val="bg1"/>
                </a:solidFill>
                <a:latin typeface="Vi"/>
                <a:cs typeface="Arial" panose="020B0604020202020204" pitchFamily="34" charset="0"/>
              </a:rPr>
              <a:t>Cloud Telephony Solutions - Business benefits</a:t>
            </a:r>
            <a:endParaRPr lang="en-US" sz="3200" b="1" dirty="0">
              <a:solidFill>
                <a:schemeClr val="bg1"/>
              </a:solidFill>
              <a:latin typeface="Vi"/>
            </a:endParaRPr>
          </a:p>
        </p:txBody>
      </p:sp>
    </p:spTree>
    <p:extLst>
      <p:ext uri="{BB962C8B-B14F-4D97-AF65-F5344CB8AC3E}">
        <p14:creationId xmlns:p14="http://schemas.microsoft.com/office/powerpoint/2010/main" val="39547919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75210"/>
            <a:ext cx="11730446" cy="4031873"/>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sz="1600" dirty="0">
                <a:latin typeface="Vi"/>
              </a:rPr>
              <a:t>For WhatsApp business account customer needs to take a subscription. </a:t>
            </a:r>
          </a:p>
          <a:p>
            <a:pPr marL="285750" indent="-285750">
              <a:lnSpc>
                <a:spcPct val="150000"/>
              </a:lnSpc>
              <a:buFont typeface="Wingdings" panose="05000000000000000000" pitchFamily="2" charset="2"/>
              <a:buChar char="q"/>
            </a:pPr>
            <a:r>
              <a:rPr lang="en-US" sz="1600" dirty="0">
                <a:latin typeface="Vi"/>
              </a:rPr>
              <a:t>On first day of subscription customer can send 1000 message. Everyday 60% message should be accepted by </a:t>
            </a:r>
            <a:r>
              <a:rPr lang="en-US" sz="1600" dirty="0" err="1">
                <a:latin typeface="Vi"/>
              </a:rPr>
              <a:t>people.Then</a:t>
            </a:r>
            <a:r>
              <a:rPr lang="en-US" sz="1600" dirty="0">
                <a:latin typeface="Vi"/>
              </a:rPr>
              <a:t> Customer will get access to send messages to 10,000 people.</a:t>
            </a:r>
          </a:p>
          <a:p>
            <a:pPr marL="285750" indent="-285750">
              <a:lnSpc>
                <a:spcPct val="150000"/>
              </a:lnSpc>
              <a:buFont typeface="Wingdings" panose="05000000000000000000" pitchFamily="2" charset="2"/>
              <a:buChar char="q"/>
            </a:pPr>
            <a:r>
              <a:rPr lang="en-US" sz="1600" dirty="0">
                <a:latin typeface="Vi"/>
              </a:rPr>
              <a:t>Cloud Telephony Solutions can be used by API(Application Programming Interface) also to avoid any kind of hack. </a:t>
            </a:r>
          </a:p>
          <a:p>
            <a:endParaRPr lang="en-US" sz="1600" dirty="0">
              <a:latin typeface="Vi"/>
            </a:endParaRPr>
          </a:p>
          <a:p>
            <a:pPr marL="285750" indent="-285750">
              <a:buFont typeface="Wingdings" panose="05000000000000000000" pitchFamily="2" charset="2"/>
              <a:buChar char="q"/>
            </a:pPr>
            <a:r>
              <a:rPr lang="en-US" sz="1600" dirty="0" smtClean="0">
                <a:latin typeface="Vi"/>
              </a:rPr>
              <a:t>In CTS every customer needs to have an individual VMN number.</a:t>
            </a:r>
          </a:p>
          <a:p>
            <a:endParaRPr lang="en-US" sz="1600" dirty="0" smtClean="0">
              <a:latin typeface="Vi"/>
            </a:endParaRPr>
          </a:p>
          <a:p>
            <a:pPr marL="285750" indent="-285750">
              <a:buFont typeface="Wingdings" panose="05000000000000000000" pitchFamily="2" charset="2"/>
              <a:buChar char="q"/>
            </a:pPr>
            <a:r>
              <a:rPr lang="en-US" sz="1600" dirty="0" smtClean="0">
                <a:latin typeface="Vi"/>
              </a:rPr>
              <a:t>Cloud Telephony Solutions is a Multichannel service which includes Voice, SMS, Digital. </a:t>
            </a:r>
          </a:p>
          <a:p>
            <a:pPr marL="285750" indent="-285750">
              <a:buFont typeface="Wingdings" panose="05000000000000000000" pitchFamily="2" charset="2"/>
              <a:buChar char="q"/>
            </a:pPr>
            <a:endParaRPr lang="en-US" sz="1600" dirty="0" smtClean="0">
              <a:latin typeface="Vi"/>
            </a:endParaRPr>
          </a:p>
          <a:p>
            <a:r>
              <a:rPr lang="en-US" sz="1600" dirty="0" smtClean="0">
                <a:latin typeface="Vi"/>
              </a:rPr>
              <a:t> </a:t>
            </a:r>
            <a:endParaRPr lang="en-US" sz="1600" dirty="0" smtClean="0">
              <a:latin typeface="Vi"/>
            </a:endParaRPr>
          </a:p>
          <a:p>
            <a:pPr marL="285750" indent="-285750">
              <a:buFont typeface="Wingdings" panose="05000000000000000000" pitchFamily="2" charset="2"/>
              <a:buChar char="q"/>
            </a:pPr>
            <a:endParaRPr lang="en-US" sz="1600" dirty="0" smtClean="0">
              <a:latin typeface="Vi"/>
            </a:endParaRPr>
          </a:p>
          <a:p>
            <a:pPr marL="285750" indent="-285750">
              <a:buFont typeface="Wingdings" panose="05000000000000000000" pitchFamily="2" charset="2"/>
              <a:buChar char="q"/>
            </a:pPr>
            <a:endParaRPr lang="en-US" sz="1600" dirty="0" smtClean="0">
              <a:latin typeface="Vi"/>
            </a:endParaRPr>
          </a:p>
          <a:p>
            <a:endParaRPr lang="en-US" sz="1600" dirty="0">
              <a:latin typeface="Vi"/>
            </a:endParaRPr>
          </a:p>
          <a:p>
            <a:endParaRPr lang="en-US" sz="1600" dirty="0">
              <a:latin typeface="Vi"/>
            </a:endParaRPr>
          </a:p>
        </p:txBody>
      </p:sp>
    </p:spTree>
    <p:extLst>
      <p:ext uri="{BB962C8B-B14F-4D97-AF65-F5344CB8AC3E}">
        <p14:creationId xmlns:p14="http://schemas.microsoft.com/office/powerpoint/2010/main" val="8062269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p:cNvSpPr/>
          <p:nvPr/>
        </p:nvSpPr>
        <p:spPr>
          <a:xfrm>
            <a:off x="605790" y="1600203"/>
            <a:ext cx="2245178" cy="627018"/>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Vi"/>
              </a:rPr>
              <a:t>VOICE SERVICES</a:t>
            </a:r>
            <a:endParaRPr lang="en-US" b="1" dirty="0">
              <a:latin typeface="Vi"/>
            </a:endParaRPr>
          </a:p>
        </p:txBody>
      </p:sp>
      <p:sp>
        <p:nvSpPr>
          <p:cNvPr id="3" name="Chevron 2"/>
          <p:cNvSpPr/>
          <p:nvPr/>
        </p:nvSpPr>
        <p:spPr>
          <a:xfrm>
            <a:off x="3371849" y="1600203"/>
            <a:ext cx="418012" cy="6400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lowchart: Process 5"/>
          <p:cNvSpPr/>
          <p:nvPr/>
        </p:nvSpPr>
        <p:spPr>
          <a:xfrm>
            <a:off x="4310742" y="940527"/>
            <a:ext cx="2495006" cy="198555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smtClean="0">
              <a:latin typeface="Vi"/>
            </a:endParaRPr>
          </a:p>
          <a:p>
            <a:pPr algn="ctr"/>
            <a:endParaRPr lang="en-US" sz="1600" dirty="0">
              <a:latin typeface="Vi"/>
            </a:endParaRPr>
          </a:p>
          <a:p>
            <a:pPr algn="ctr"/>
            <a:r>
              <a:rPr lang="en-US" sz="1600" b="1" dirty="0" smtClean="0">
                <a:latin typeface="Vi"/>
              </a:rPr>
              <a:t>INBOUND VOICE SERVICE</a:t>
            </a:r>
          </a:p>
          <a:p>
            <a:pPr algn="ctr"/>
            <a:endParaRPr lang="en-US" sz="1600" b="1" dirty="0">
              <a:latin typeface="Vi"/>
            </a:endParaRPr>
          </a:p>
          <a:p>
            <a:pPr marL="285750" indent="-285750" algn="ctr">
              <a:buFont typeface="Arial" panose="020B0604020202020204" pitchFamily="34" charset="0"/>
              <a:buChar char="•"/>
            </a:pPr>
            <a:r>
              <a:rPr lang="en-US" sz="1600" dirty="0" smtClean="0">
                <a:latin typeface="Vi"/>
              </a:rPr>
              <a:t>Auto Receptionist</a:t>
            </a:r>
          </a:p>
          <a:p>
            <a:pPr marL="285750" indent="-285750" algn="ctr">
              <a:buFont typeface="Arial" panose="020B0604020202020204" pitchFamily="34" charset="0"/>
              <a:buChar char="•"/>
            </a:pPr>
            <a:r>
              <a:rPr lang="en-US" sz="1600" dirty="0" smtClean="0">
                <a:latin typeface="Vi"/>
              </a:rPr>
              <a:t>Pre-Call Notification</a:t>
            </a:r>
          </a:p>
          <a:p>
            <a:pPr marL="285750" indent="-285750" algn="ctr">
              <a:buFont typeface="Arial" panose="020B0604020202020204" pitchFamily="34" charset="0"/>
              <a:buChar char="•"/>
            </a:pPr>
            <a:r>
              <a:rPr lang="en-US" sz="1600" dirty="0" smtClean="0">
                <a:latin typeface="Vi"/>
              </a:rPr>
              <a:t>Number Privacy</a:t>
            </a:r>
          </a:p>
          <a:p>
            <a:pPr algn="ctr"/>
            <a:endParaRPr lang="en-US" sz="1600" dirty="0" smtClean="0">
              <a:latin typeface="Vi"/>
            </a:endParaRPr>
          </a:p>
          <a:p>
            <a:pPr algn="ctr"/>
            <a:endParaRPr lang="en-US" sz="1600" dirty="0" smtClean="0">
              <a:latin typeface="Vi"/>
            </a:endParaRPr>
          </a:p>
          <a:p>
            <a:pPr algn="ctr"/>
            <a:endParaRPr lang="en-US" sz="1600" dirty="0">
              <a:latin typeface="Vi"/>
            </a:endParaRPr>
          </a:p>
        </p:txBody>
      </p:sp>
      <p:sp>
        <p:nvSpPr>
          <p:cNvPr id="7" name="Plus 6"/>
          <p:cNvSpPr/>
          <p:nvPr/>
        </p:nvSpPr>
        <p:spPr>
          <a:xfrm>
            <a:off x="7432766" y="1397726"/>
            <a:ext cx="718457" cy="66620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Process 7"/>
          <p:cNvSpPr/>
          <p:nvPr/>
        </p:nvSpPr>
        <p:spPr>
          <a:xfrm>
            <a:off x="8516983" y="940527"/>
            <a:ext cx="2455817" cy="198555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Vi"/>
              </a:rPr>
              <a:t>OUTBOUND VOICE SERVICES</a:t>
            </a:r>
          </a:p>
          <a:p>
            <a:pPr algn="ctr"/>
            <a:endParaRPr lang="en-US" sz="1600" b="1" dirty="0" smtClean="0">
              <a:latin typeface="Vi"/>
            </a:endParaRPr>
          </a:p>
          <a:p>
            <a:pPr marL="285750" indent="-285750" algn="ctr">
              <a:buFont typeface="Arial" panose="020B0604020202020204" pitchFamily="34" charset="0"/>
              <a:buChar char="•"/>
            </a:pPr>
            <a:r>
              <a:rPr lang="en-US" sz="1600" dirty="0" smtClean="0">
                <a:latin typeface="Vi"/>
              </a:rPr>
              <a:t>Click to Call</a:t>
            </a:r>
          </a:p>
          <a:p>
            <a:pPr marL="285750" indent="-285750" algn="ctr">
              <a:buFont typeface="Arial" panose="020B0604020202020204" pitchFamily="34" charset="0"/>
              <a:buChar char="•"/>
            </a:pPr>
            <a:r>
              <a:rPr lang="en-US" sz="1600" dirty="0" smtClean="0">
                <a:latin typeface="Vi"/>
              </a:rPr>
              <a:t>OBD Campaign</a:t>
            </a:r>
          </a:p>
          <a:p>
            <a:pPr algn="ctr"/>
            <a:endParaRPr lang="en-US" sz="1600" dirty="0">
              <a:latin typeface="Vi"/>
            </a:endParaRPr>
          </a:p>
        </p:txBody>
      </p:sp>
      <p:sp>
        <p:nvSpPr>
          <p:cNvPr id="9" name="Pentagon 8"/>
          <p:cNvSpPr/>
          <p:nvPr/>
        </p:nvSpPr>
        <p:spPr>
          <a:xfrm>
            <a:off x="653143" y="3526972"/>
            <a:ext cx="2197825" cy="561703"/>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Vi"/>
              </a:rPr>
              <a:t>SMS SERVICES</a:t>
            </a:r>
            <a:endParaRPr lang="en-US" b="1" dirty="0">
              <a:latin typeface="Vi"/>
            </a:endParaRPr>
          </a:p>
        </p:txBody>
      </p:sp>
      <p:sp>
        <p:nvSpPr>
          <p:cNvPr id="10" name="Chevron 9"/>
          <p:cNvSpPr/>
          <p:nvPr/>
        </p:nvSpPr>
        <p:spPr>
          <a:xfrm>
            <a:off x="3371849" y="3526972"/>
            <a:ext cx="418012" cy="6400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lowchart: Process 10"/>
          <p:cNvSpPr/>
          <p:nvPr/>
        </p:nvSpPr>
        <p:spPr>
          <a:xfrm>
            <a:off x="4310742" y="3331029"/>
            <a:ext cx="2495006" cy="116259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1600" dirty="0" smtClean="0">
                <a:latin typeface="Vi"/>
              </a:rPr>
              <a:t>Long Code</a:t>
            </a:r>
          </a:p>
          <a:p>
            <a:pPr marL="285750" indent="-285750" algn="ctr">
              <a:buFont typeface="Arial" panose="020B0604020202020204" pitchFamily="34" charset="0"/>
              <a:buChar char="•"/>
            </a:pPr>
            <a:r>
              <a:rPr lang="en-US" sz="1600" dirty="0" smtClean="0">
                <a:latin typeface="Vi"/>
              </a:rPr>
              <a:t>Outbound SMS</a:t>
            </a:r>
            <a:endParaRPr lang="en-US" sz="1600" dirty="0">
              <a:latin typeface="Vi"/>
            </a:endParaRPr>
          </a:p>
        </p:txBody>
      </p:sp>
      <p:sp>
        <p:nvSpPr>
          <p:cNvPr id="14" name="Pentagon 13"/>
          <p:cNvSpPr/>
          <p:nvPr/>
        </p:nvSpPr>
        <p:spPr>
          <a:xfrm>
            <a:off x="653143" y="5270861"/>
            <a:ext cx="2197825" cy="561703"/>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latin typeface="Vi"/>
              </a:rPr>
              <a:t>DIGITAL</a:t>
            </a:r>
            <a:endParaRPr lang="en-US" b="1" dirty="0">
              <a:latin typeface="Vi"/>
            </a:endParaRPr>
          </a:p>
        </p:txBody>
      </p:sp>
      <p:sp>
        <p:nvSpPr>
          <p:cNvPr id="15" name="Chevron 14"/>
          <p:cNvSpPr/>
          <p:nvPr/>
        </p:nvSpPr>
        <p:spPr>
          <a:xfrm>
            <a:off x="3556362" y="5192484"/>
            <a:ext cx="418012" cy="64008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lowchart: Process 15"/>
          <p:cNvSpPr/>
          <p:nvPr/>
        </p:nvSpPr>
        <p:spPr>
          <a:xfrm>
            <a:off x="4310742" y="4970415"/>
            <a:ext cx="2495006" cy="116259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dk1"/>
              </a:buClr>
              <a:buSzPts val="1200"/>
            </a:pPr>
            <a:r>
              <a:rPr lang="en-US" sz="1600" dirty="0" smtClean="0">
                <a:latin typeface="Vi"/>
              </a:rPr>
              <a:t>WhatsApp </a:t>
            </a:r>
            <a:r>
              <a:rPr lang="en-US" sz="1600" dirty="0">
                <a:latin typeface="Vi"/>
              </a:rPr>
              <a:t>Business API (WABA)</a:t>
            </a:r>
          </a:p>
        </p:txBody>
      </p:sp>
      <p:sp>
        <p:nvSpPr>
          <p:cNvPr id="19" name="Rectangle 18"/>
          <p:cNvSpPr/>
          <p:nvPr/>
        </p:nvSpPr>
        <p:spPr>
          <a:xfrm>
            <a:off x="1227908" y="101031"/>
            <a:ext cx="3191899" cy="584775"/>
          </a:xfrm>
          <a:prstGeom prst="rect">
            <a:avLst/>
          </a:prstGeom>
        </p:spPr>
        <p:txBody>
          <a:bodyPr wrap="none">
            <a:spAutoFit/>
          </a:bodyPr>
          <a:lstStyle/>
          <a:p>
            <a:r>
              <a:rPr lang="en-US" sz="3200" b="1" dirty="0">
                <a:solidFill>
                  <a:schemeClr val="bg1"/>
                </a:solidFill>
                <a:latin typeface="Vi"/>
              </a:rPr>
              <a:t>Services Offers</a:t>
            </a:r>
          </a:p>
        </p:txBody>
      </p:sp>
    </p:spTree>
    <p:extLst>
      <p:ext uri="{BB962C8B-B14F-4D97-AF65-F5344CB8AC3E}">
        <p14:creationId xmlns:p14="http://schemas.microsoft.com/office/powerpoint/2010/main" val="1749103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95958"/>
            <a:ext cx="12192000" cy="6863417"/>
          </a:xfrm>
          <a:prstGeom prst="rect">
            <a:avLst/>
          </a:prstGeom>
          <a:noFill/>
        </p:spPr>
        <p:txBody>
          <a:bodyPr wrap="square" rtlCol="0">
            <a:spAutoFit/>
          </a:bodyPr>
          <a:lstStyle/>
          <a:p>
            <a:r>
              <a:rPr lang="en-US" sz="1600" b="1" dirty="0" smtClean="0">
                <a:latin typeface="Vi"/>
              </a:rPr>
              <a:t>DLT: </a:t>
            </a:r>
            <a:r>
              <a:rPr lang="en-US" sz="1600" dirty="0">
                <a:latin typeface="Vi"/>
              </a:rPr>
              <a:t>Distributed Ledger Technology (DLT) is a block-chain based registration system. It is implemented in the public interest to control the SMS spam. whoever wants to send promotional bulk </a:t>
            </a:r>
            <a:r>
              <a:rPr lang="en-US" sz="1600" dirty="0" err="1">
                <a:latin typeface="Vi"/>
              </a:rPr>
              <a:t>sms</a:t>
            </a:r>
            <a:r>
              <a:rPr lang="en-US" sz="1600" dirty="0">
                <a:latin typeface="Vi"/>
              </a:rPr>
              <a:t> or transactional SMS to their customers needs to be DLT registered</a:t>
            </a:r>
            <a:r>
              <a:rPr lang="en-US" sz="1600" dirty="0" smtClean="0">
                <a:latin typeface="Vi"/>
              </a:rPr>
              <a:t>.</a:t>
            </a:r>
          </a:p>
          <a:p>
            <a:endParaRPr lang="en-US" sz="1600" dirty="0">
              <a:latin typeface="Vi"/>
            </a:endParaRPr>
          </a:p>
          <a:p>
            <a:r>
              <a:rPr lang="en-US" sz="1600" dirty="0" smtClean="0">
                <a:latin typeface="Vi"/>
              </a:rPr>
              <a:t>Website for </a:t>
            </a:r>
            <a:r>
              <a:rPr lang="en-US" sz="1600" dirty="0">
                <a:latin typeface="Vi"/>
              </a:rPr>
              <a:t>DLT registration : </a:t>
            </a:r>
            <a:r>
              <a:rPr lang="en-US" sz="1600" dirty="0">
                <a:latin typeface="Vi"/>
                <a:hlinkClick r:id="rId2"/>
              </a:rPr>
              <a:t>https://www.vilpower.in</a:t>
            </a:r>
            <a:r>
              <a:rPr lang="en-US" sz="1600" dirty="0" smtClean="0">
                <a:latin typeface="Vi"/>
                <a:hlinkClick r:id="rId2"/>
              </a:rPr>
              <a:t>/</a:t>
            </a:r>
            <a:endParaRPr lang="en-US" sz="1600" dirty="0" smtClean="0">
              <a:latin typeface="Vi"/>
            </a:endParaRPr>
          </a:p>
          <a:p>
            <a:endParaRPr lang="en-US" sz="1600" dirty="0">
              <a:latin typeface="Vi"/>
            </a:endParaRPr>
          </a:p>
          <a:p>
            <a:r>
              <a:rPr lang="en-US" sz="1600" dirty="0" smtClean="0">
                <a:latin typeface="Vi"/>
              </a:rPr>
              <a:t>Charges for DLT Registration: </a:t>
            </a:r>
            <a:r>
              <a:rPr lang="en-US" sz="1600" dirty="0" err="1">
                <a:latin typeface="Vi"/>
              </a:rPr>
              <a:t>Rs</a:t>
            </a:r>
            <a:r>
              <a:rPr lang="en-US" sz="1600" dirty="0">
                <a:latin typeface="Vi"/>
              </a:rPr>
              <a:t>. 5900/- for VILPOWER </a:t>
            </a:r>
            <a:endParaRPr lang="en-US" sz="1600" dirty="0" smtClean="0">
              <a:latin typeface="Vi"/>
            </a:endParaRPr>
          </a:p>
          <a:p>
            <a:endParaRPr lang="en-US" sz="1600" dirty="0" smtClean="0">
              <a:latin typeface="Vi"/>
            </a:endParaRPr>
          </a:p>
          <a:p>
            <a:r>
              <a:rPr lang="en-US" sz="1600" dirty="0">
                <a:latin typeface="Vi"/>
              </a:rPr>
              <a:t>For any SMS service </a:t>
            </a:r>
            <a:r>
              <a:rPr lang="en-US" sz="1600" dirty="0" err="1">
                <a:latin typeface="Vi"/>
              </a:rPr>
              <a:t>service</a:t>
            </a:r>
            <a:r>
              <a:rPr lang="en-US" sz="1600" dirty="0">
                <a:latin typeface="Vi"/>
              </a:rPr>
              <a:t> customer needs to register DLT. </a:t>
            </a:r>
            <a:endParaRPr lang="en-US" sz="1600" dirty="0" smtClean="0">
              <a:latin typeface="Vi"/>
            </a:endParaRPr>
          </a:p>
          <a:p>
            <a:endParaRPr lang="en-US" sz="1600" dirty="0" smtClean="0">
              <a:latin typeface="Vi"/>
            </a:endParaRPr>
          </a:p>
          <a:p>
            <a:pPr lvl="0" eaLnBrk="0" fontAlgn="base" hangingPunct="0">
              <a:spcBef>
                <a:spcPct val="0"/>
              </a:spcBef>
              <a:spcAft>
                <a:spcPct val="0"/>
              </a:spcAft>
            </a:pPr>
            <a:r>
              <a:rPr lang="en-US" altLang="en-US" sz="1600" b="1" dirty="0">
                <a:latin typeface="Vi"/>
              </a:rPr>
              <a:t>Principal Entity ID:</a:t>
            </a:r>
            <a:r>
              <a:rPr lang="en-US" altLang="en-US" sz="1600" dirty="0">
                <a:latin typeface="Vi"/>
              </a:rPr>
              <a:t>  (Numeric code assigned by the DLT while registering the business).</a:t>
            </a:r>
          </a:p>
          <a:p>
            <a:pPr lvl="0" eaLnBrk="0" fontAlgn="base" hangingPunct="0">
              <a:spcBef>
                <a:spcPct val="0"/>
              </a:spcBef>
              <a:spcAft>
                <a:spcPct val="0"/>
              </a:spcAft>
            </a:pPr>
            <a:r>
              <a:rPr lang="en-US" altLang="en-US" sz="1600" b="1" dirty="0" smtClean="0">
                <a:latin typeface="Vi"/>
              </a:rPr>
              <a:t>SMS </a:t>
            </a:r>
            <a:r>
              <a:rPr lang="en-US" altLang="en-US" sz="1600" b="1" dirty="0">
                <a:latin typeface="Vi"/>
              </a:rPr>
              <a:t>Template: </a:t>
            </a:r>
            <a:r>
              <a:rPr lang="en-US" altLang="en-US" sz="1600" dirty="0">
                <a:latin typeface="Vi"/>
              </a:rPr>
              <a:t>  (DLT Approved SMS Content without any modification)</a:t>
            </a:r>
          </a:p>
          <a:p>
            <a:pPr lvl="0" eaLnBrk="0" fontAlgn="base" hangingPunct="0">
              <a:spcBef>
                <a:spcPct val="0"/>
              </a:spcBef>
              <a:spcAft>
                <a:spcPct val="0"/>
              </a:spcAft>
            </a:pPr>
            <a:r>
              <a:rPr lang="en-US" altLang="en-US" sz="1600" b="1" dirty="0" smtClean="0">
                <a:latin typeface="Vi"/>
              </a:rPr>
              <a:t>Sender </a:t>
            </a:r>
            <a:r>
              <a:rPr lang="en-US" altLang="en-US" sz="1600" b="1" dirty="0">
                <a:latin typeface="Vi"/>
              </a:rPr>
              <a:t>ID:</a:t>
            </a:r>
            <a:r>
              <a:rPr lang="en-US" altLang="en-US" sz="1600" dirty="0">
                <a:latin typeface="Vi"/>
              </a:rPr>
              <a:t>   (Approved the message Header of the SMS Template)</a:t>
            </a:r>
          </a:p>
          <a:p>
            <a:pPr lvl="0" eaLnBrk="0" fontAlgn="base" hangingPunct="0">
              <a:spcBef>
                <a:spcPct val="0"/>
              </a:spcBef>
              <a:spcAft>
                <a:spcPct val="0"/>
              </a:spcAft>
            </a:pPr>
            <a:r>
              <a:rPr lang="en-US" altLang="en-US" sz="1600" b="1" dirty="0" smtClean="0">
                <a:latin typeface="Vi"/>
              </a:rPr>
              <a:t>Template </a:t>
            </a:r>
            <a:r>
              <a:rPr lang="en-US" altLang="en-US" sz="1600" b="1" dirty="0">
                <a:latin typeface="Vi"/>
              </a:rPr>
              <a:t>ID:</a:t>
            </a:r>
            <a:r>
              <a:rPr lang="en-US" altLang="en-US" sz="1600" dirty="0">
                <a:latin typeface="Vi"/>
              </a:rPr>
              <a:t>   (Numeric Code assigned by DLT Team for the SMS Template)</a:t>
            </a:r>
            <a:r>
              <a:rPr lang="en-US" altLang="en-US" sz="1600" dirty="0">
                <a:solidFill>
                  <a:srgbClr val="2E74B5"/>
                </a:solidFill>
                <a:latin typeface="Vi"/>
                <a:cs typeface="Arial" panose="020B0604020202020204" pitchFamily="34" charset="0"/>
              </a:rPr>
              <a:t> </a:t>
            </a:r>
            <a:r>
              <a:rPr lang="en-US" altLang="en-US" dirty="0">
                <a:solidFill>
                  <a:srgbClr val="2E74B5"/>
                </a:solidFill>
                <a:latin typeface="Arial" panose="020B0604020202020204" pitchFamily="34" charset="0"/>
                <a:cs typeface="Arial" panose="020B0604020202020204" pitchFamily="34" charset="0"/>
              </a:rPr>
              <a:t> </a:t>
            </a:r>
            <a:endParaRPr lang="en-US" altLang="en-US" dirty="0" smtClean="0">
              <a:solidFill>
                <a:srgbClr val="2E74B5"/>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dirty="0">
              <a:solidFill>
                <a:srgbClr val="2E74B5"/>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dirty="0" smtClean="0">
              <a:solidFill>
                <a:srgbClr val="2E74B5"/>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dirty="0">
              <a:solidFill>
                <a:srgbClr val="2E74B5"/>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dirty="0" smtClean="0">
              <a:solidFill>
                <a:srgbClr val="2E74B5"/>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sz="4400" dirty="0" smtClean="0">
              <a:solidFill>
                <a:srgbClr val="2E74B5"/>
              </a:solidFill>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sz="4400" dirty="0" smtClean="0">
              <a:latin typeface="Arial" panose="020B0604020202020204" pitchFamily="34" charset="0"/>
            </a:endParaRPr>
          </a:p>
          <a:p>
            <a:endParaRPr lang="en-US" dirty="0" smtClean="0"/>
          </a:p>
          <a:p>
            <a:endParaRPr lang="en-US" dirty="0"/>
          </a:p>
          <a:p>
            <a:endParaRPr lang="en-US" dirty="0"/>
          </a:p>
        </p:txBody>
      </p:sp>
      <p:sp>
        <p:nvSpPr>
          <p:cNvPr id="3" name="TextBox 2"/>
          <p:cNvSpPr txBox="1"/>
          <p:nvPr/>
        </p:nvSpPr>
        <p:spPr>
          <a:xfrm>
            <a:off x="1254034" y="143691"/>
            <a:ext cx="5538652" cy="584775"/>
          </a:xfrm>
          <a:prstGeom prst="rect">
            <a:avLst/>
          </a:prstGeom>
          <a:noFill/>
        </p:spPr>
        <p:txBody>
          <a:bodyPr wrap="square" rtlCol="0">
            <a:spAutoFit/>
          </a:bodyPr>
          <a:lstStyle/>
          <a:p>
            <a:r>
              <a:rPr lang="en-US" sz="3200" b="1" dirty="0" smtClean="0">
                <a:solidFill>
                  <a:schemeClr val="bg1"/>
                </a:solidFill>
                <a:latin typeface="Vi"/>
              </a:rPr>
              <a:t>DLT</a:t>
            </a:r>
            <a:endParaRPr lang="en-US" sz="3200" b="1" dirty="0">
              <a:solidFill>
                <a:schemeClr val="bg1"/>
              </a:solidFill>
              <a:latin typeface="Vi"/>
            </a:endParaRPr>
          </a:p>
        </p:txBody>
      </p:sp>
      <p:graphicFrame>
        <p:nvGraphicFramePr>
          <p:cNvPr id="6" name="Table 5"/>
          <p:cNvGraphicFramePr>
            <a:graphicFrameLocks noGrp="1"/>
          </p:cNvGraphicFramePr>
          <p:nvPr>
            <p:extLst>
              <p:ext uri="{D42A27DB-BD31-4B8C-83A1-F6EECF244321}">
                <p14:modId xmlns:p14="http://schemas.microsoft.com/office/powerpoint/2010/main" val="4118772254"/>
              </p:ext>
            </p:extLst>
          </p:nvPr>
        </p:nvGraphicFramePr>
        <p:xfrm>
          <a:off x="1371600" y="4579629"/>
          <a:ext cx="8122024" cy="1391496"/>
        </p:xfrm>
        <a:graphic>
          <a:graphicData uri="http://schemas.openxmlformats.org/drawingml/2006/table">
            <a:tbl>
              <a:tblPr/>
              <a:tblGrid>
                <a:gridCol w="1688841">
                  <a:extLst>
                    <a:ext uri="{9D8B030D-6E8A-4147-A177-3AD203B41FA5}">
                      <a16:colId xmlns:a16="http://schemas.microsoft.com/office/drawing/2014/main" xmlns="" val="962453039"/>
                    </a:ext>
                  </a:extLst>
                </a:gridCol>
                <a:gridCol w="3513877">
                  <a:extLst>
                    <a:ext uri="{9D8B030D-6E8A-4147-A177-3AD203B41FA5}">
                      <a16:colId xmlns:a16="http://schemas.microsoft.com/office/drawing/2014/main" xmlns="" val="2097287825"/>
                    </a:ext>
                  </a:extLst>
                </a:gridCol>
                <a:gridCol w="1293399">
                  <a:extLst>
                    <a:ext uri="{9D8B030D-6E8A-4147-A177-3AD203B41FA5}">
                      <a16:colId xmlns:a16="http://schemas.microsoft.com/office/drawing/2014/main" xmlns="" val="4217142905"/>
                    </a:ext>
                  </a:extLst>
                </a:gridCol>
                <a:gridCol w="1625907">
                  <a:extLst>
                    <a:ext uri="{9D8B030D-6E8A-4147-A177-3AD203B41FA5}">
                      <a16:colId xmlns:a16="http://schemas.microsoft.com/office/drawing/2014/main" xmlns="" val="1938736473"/>
                    </a:ext>
                  </a:extLst>
                </a:gridCol>
              </a:tblGrid>
              <a:tr h="473601">
                <a:tc>
                  <a:txBody>
                    <a:bodyPr/>
                    <a:lstStyle/>
                    <a:p>
                      <a:pPr marL="0" marR="0" algn="ctr">
                        <a:spcBef>
                          <a:spcPts val="0"/>
                        </a:spcBef>
                        <a:spcAft>
                          <a:spcPts val="600"/>
                        </a:spcAft>
                      </a:pPr>
                      <a:r>
                        <a:rPr lang="en-GB" sz="1600" b="1" dirty="0">
                          <a:solidFill>
                            <a:schemeClr val="bg1"/>
                          </a:solidFill>
                          <a:effectLst/>
                          <a:latin typeface="Vi"/>
                          <a:ea typeface="Times New Roman" panose="02020603050405020304" pitchFamily="18" charset="0"/>
                          <a:cs typeface="Times New Roman" panose="02020603050405020304" pitchFamily="18" charset="0"/>
                        </a:rPr>
                        <a:t>Principal Entity </a:t>
                      </a:r>
                      <a:r>
                        <a:rPr lang="en-GB" sz="1600" b="1" dirty="0" smtClean="0">
                          <a:solidFill>
                            <a:schemeClr val="bg1"/>
                          </a:solidFill>
                          <a:effectLst/>
                          <a:latin typeface="Vi"/>
                          <a:ea typeface="Times New Roman" panose="02020603050405020304" pitchFamily="18" charset="0"/>
                          <a:cs typeface="Times New Roman" panose="02020603050405020304" pitchFamily="18" charset="0"/>
                        </a:rPr>
                        <a:t>ID</a:t>
                      </a:r>
                      <a:endParaRPr lang="en-US" sz="1600" b="1" dirty="0">
                        <a:solidFill>
                          <a:schemeClr val="bg1"/>
                        </a:solidFill>
                        <a:effectLst/>
                        <a:latin typeface="Vi"/>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a:spcBef>
                          <a:spcPts val="0"/>
                        </a:spcBef>
                        <a:spcAft>
                          <a:spcPts val="600"/>
                        </a:spcAft>
                      </a:pPr>
                      <a:r>
                        <a:rPr lang="en-GB" sz="1600" b="1" dirty="0">
                          <a:solidFill>
                            <a:schemeClr val="bg1"/>
                          </a:solidFill>
                          <a:effectLst/>
                          <a:latin typeface="Vi"/>
                          <a:ea typeface="Times New Roman" panose="02020603050405020304" pitchFamily="18" charset="0"/>
                          <a:cs typeface="Times New Roman" panose="02020603050405020304" pitchFamily="18" charset="0"/>
                        </a:rPr>
                        <a:t>Approved SMS Template</a:t>
                      </a:r>
                      <a:endParaRPr lang="en-US" sz="1600" b="1" dirty="0">
                        <a:solidFill>
                          <a:schemeClr val="bg1"/>
                        </a:solidFill>
                        <a:effectLst/>
                        <a:latin typeface="Vi"/>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a:spcBef>
                          <a:spcPts val="0"/>
                        </a:spcBef>
                        <a:spcAft>
                          <a:spcPts val="600"/>
                        </a:spcAft>
                      </a:pPr>
                      <a:r>
                        <a:rPr lang="en-GB" sz="1600" b="1" dirty="0">
                          <a:solidFill>
                            <a:schemeClr val="bg1"/>
                          </a:solidFill>
                          <a:effectLst/>
                          <a:latin typeface="Vi"/>
                          <a:ea typeface="Times New Roman" panose="02020603050405020304" pitchFamily="18" charset="0"/>
                          <a:cs typeface="Times New Roman" panose="02020603050405020304" pitchFamily="18" charset="0"/>
                        </a:rPr>
                        <a:t>Sender </a:t>
                      </a:r>
                      <a:r>
                        <a:rPr lang="en-GB" sz="1600" b="1" dirty="0" smtClean="0">
                          <a:solidFill>
                            <a:schemeClr val="bg1"/>
                          </a:solidFill>
                          <a:effectLst/>
                          <a:latin typeface="Vi"/>
                          <a:ea typeface="Times New Roman" panose="02020603050405020304" pitchFamily="18" charset="0"/>
                          <a:cs typeface="Times New Roman" panose="02020603050405020304" pitchFamily="18" charset="0"/>
                        </a:rPr>
                        <a:t>ID</a:t>
                      </a:r>
                      <a:endParaRPr lang="en-US" sz="1600" b="1" dirty="0">
                        <a:solidFill>
                          <a:schemeClr val="bg1"/>
                        </a:solidFill>
                        <a:effectLst/>
                        <a:latin typeface="Vi"/>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ctr">
                        <a:spcBef>
                          <a:spcPts val="0"/>
                        </a:spcBef>
                        <a:spcAft>
                          <a:spcPts val="600"/>
                        </a:spcAft>
                      </a:pPr>
                      <a:r>
                        <a:rPr lang="en-GB" sz="1600" b="1" dirty="0">
                          <a:solidFill>
                            <a:schemeClr val="bg1"/>
                          </a:solidFill>
                          <a:effectLst/>
                          <a:latin typeface="Vi"/>
                          <a:ea typeface="Times New Roman" panose="02020603050405020304" pitchFamily="18" charset="0"/>
                          <a:cs typeface="Times New Roman" panose="02020603050405020304" pitchFamily="18" charset="0"/>
                        </a:rPr>
                        <a:t>Template ID</a:t>
                      </a:r>
                      <a:endParaRPr lang="en-US" sz="1600" b="1" dirty="0">
                        <a:solidFill>
                          <a:schemeClr val="bg1"/>
                        </a:solidFill>
                        <a:effectLst/>
                        <a:latin typeface="Vi"/>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xmlns="" val="3132976284"/>
                  </a:ext>
                </a:extLst>
              </a:tr>
              <a:tr h="451908">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966722783"/>
                  </a:ext>
                </a:extLst>
              </a:tr>
              <a:tr h="451908">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600"/>
                        </a:spcAft>
                      </a:pPr>
                      <a:r>
                        <a:rPr lang="en-GB" sz="90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600"/>
                        </a:spcAft>
                      </a:pPr>
                      <a:r>
                        <a:rPr lang="en-GB" sz="900" dirty="0">
                          <a:solidFill>
                            <a:srgbClr val="2E74B5"/>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US"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490688757"/>
                  </a:ext>
                </a:extLst>
              </a:tr>
            </a:tbl>
          </a:graphicData>
        </a:graphic>
      </p:graphicFrame>
    </p:spTree>
    <p:extLst>
      <p:ext uri="{BB962C8B-B14F-4D97-AF65-F5344CB8AC3E}">
        <p14:creationId xmlns:p14="http://schemas.microsoft.com/office/powerpoint/2010/main" val="4639758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9551189"/>
              </p:ext>
            </p:extLst>
          </p:nvPr>
        </p:nvGraphicFramePr>
        <p:xfrm>
          <a:off x="556280" y="1488454"/>
          <a:ext cx="10665099" cy="3940772"/>
        </p:xfrm>
        <a:graphic>
          <a:graphicData uri="http://schemas.openxmlformats.org/drawingml/2006/table">
            <a:tbl>
              <a:tblPr firstRow="1" bandRow="1">
                <a:tableStyleId>{5C22544A-7EE6-4342-B048-85BDC9FD1C3A}</a:tableStyleId>
              </a:tblPr>
              <a:tblGrid>
                <a:gridCol w="2357121">
                  <a:extLst>
                    <a:ext uri="{9D8B030D-6E8A-4147-A177-3AD203B41FA5}">
                      <a16:colId xmlns:a16="http://schemas.microsoft.com/office/drawing/2014/main" xmlns="" val="3475730818"/>
                    </a:ext>
                  </a:extLst>
                </a:gridCol>
                <a:gridCol w="2821577">
                  <a:extLst>
                    <a:ext uri="{9D8B030D-6E8A-4147-A177-3AD203B41FA5}">
                      <a16:colId xmlns:a16="http://schemas.microsoft.com/office/drawing/2014/main" xmlns="" val="3269329332"/>
                    </a:ext>
                  </a:extLst>
                </a:gridCol>
                <a:gridCol w="5486401">
                  <a:extLst>
                    <a:ext uri="{9D8B030D-6E8A-4147-A177-3AD203B41FA5}">
                      <a16:colId xmlns:a16="http://schemas.microsoft.com/office/drawing/2014/main" xmlns="" val="3549653519"/>
                    </a:ext>
                  </a:extLst>
                </a:gridCol>
              </a:tblGrid>
              <a:tr h="984212">
                <a:tc>
                  <a:txBody>
                    <a:bodyPr/>
                    <a:lstStyle/>
                    <a:p>
                      <a:pPr marL="0" algn="ctr" defTabSz="914400" rtl="0" eaLnBrk="1" latinLnBrk="0" hangingPunct="1"/>
                      <a:r>
                        <a:rPr lang="en-US" sz="2000" b="1" kern="1200" dirty="0" smtClean="0">
                          <a:solidFill>
                            <a:schemeClr val="bg1"/>
                          </a:solidFill>
                          <a:latin typeface="Vi"/>
                          <a:ea typeface="+mn-ea"/>
                          <a:cs typeface="+mn-cs"/>
                        </a:rPr>
                        <a:t>Abbreviation</a:t>
                      </a:r>
                      <a:endParaRPr lang="en-US" sz="2000" b="1" kern="1200" dirty="0">
                        <a:solidFill>
                          <a:schemeClr val="bg1"/>
                        </a:solidFill>
                        <a:latin typeface="Vi"/>
                        <a:ea typeface="+mn-ea"/>
                        <a:cs typeface="+mn-cs"/>
                      </a:endParaRPr>
                    </a:p>
                  </a:txBody>
                  <a:tcPr anchor="ctr"/>
                </a:tc>
                <a:tc>
                  <a:txBody>
                    <a:bodyPr/>
                    <a:lstStyle/>
                    <a:p>
                      <a:pPr marL="0" algn="ctr" defTabSz="914400" rtl="0" eaLnBrk="1" latinLnBrk="0" hangingPunct="1"/>
                      <a:r>
                        <a:rPr lang="en-US" sz="2000" b="1" kern="1200" dirty="0" smtClean="0">
                          <a:solidFill>
                            <a:schemeClr val="bg1"/>
                          </a:solidFill>
                          <a:latin typeface="Vi"/>
                          <a:ea typeface="+mn-ea"/>
                          <a:cs typeface="+mn-cs"/>
                        </a:rPr>
                        <a:t>Full Form</a:t>
                      </a:r>
                      <a:endParaRPr lang="en-US" sz="2000" b="1" kern="1200" dirty="0">
                        <a:solidFill>
                          <a:schemeClr val="bg1"/>
                        </a:solidFill>
                        <a:latin typeface="Vi"/>
                        <a:ea typeface="+mn-ea"/>
                        <a:cs typeface="+mn-cs"/>
                      </a:endParaRPr>
                    </a:p>
                  </a:txBody>
                  <a:tcPr anchor="ctr"/>
                </a:tc>
                <a:tc>
                  <a:txBody>
                    <a:bodyPr/>
                    <a:lstStyle/>
                    <a:p>
                      <a:pPr marL="0" algn="ctr" defTabSz="914400" rtl="0" eaLnBrk="1" latinLnBrk="0" hangingPunct="1"/>
                      <a:r>
                        <a:rPr lang="en-US" sz="2000" b="1" kern="1200" dirty="0" smtClean="0">
                          <a:solidFill>
                            <a:schemeClr val="bg1"/>
                          </a:solidFill>
                          <a:latin typeface="Vi"/>
                          <a:ea typeface="+mn-ea"/>
                          <a:cs typeface="+mn-cs"/>
                        </a:rPr>
                        <a:t>Definition</a:t>
                      </a:r>
                    </a:p>
                    <a:p>
                      <a:pPr marL="0" algn="ctr" defTabSz="914400" rtl="0" eaLnBrk="1" latinLnBrk="0" hangingPunct="1"/>
                      <a:endParaRPr lang="en-US" sz="2000" b="1" kern="1200" dirty="0">
                        <a:solidFill>
                          <a:schemeClr val="bg1"/>
                        </a:solidFill>
                        <a:latin typeface="Vi"/>
                        <a:ea typeface="+mn-ea"/>
                        <a:cs typeface="+mn-cs"/>
                      </a:endParaRPr>
                    </a:p>
                  </a:txBody>
                  <a:tcPr anchor="ctr"/>
                </a:tc>
                <a:extLst>
                  <a:ext uri="{0D108BD9-81ED-4DB2-BD59-A6C34878D82A}">
                    <a16:rowId xmlns:a16="http://schemas.microsoft.com/office/drawing/2014/main" xmlns="" val="543966109"/>
                  </a:ext>
                </a:extLst>
              </a:tr>
              <a:tr h="570218">
                <a:tc>
                  <a:txBody>
                    <a:bodyPr/>
                    <a:lstStyle/>
                    <a:p>
                      <a:pPr marL="0" algn="ctr" defTabSz="914400" rtl="0" eaLnBrk="1" latinLnBrk="0" hangingPunct="1"/>
                      <a:r>
                        <a:rPr lang="en-US" sz="1600" b="1" kern="1200" dirty="0" smtClean="0">
                          <a:solidFill>
                            <a:schemeClr val="tx1"/>
                          </a:solidFill>
                          <a:latin typeface="Vi"/>
                          <a:ea typeface="+mn-ea"/>
                          <a:cs typeface="+mn-cs"/>
                        </a:rPr>
                        <a:t>IVR</a:t>
                      </a:r>
                      <a:endParaRPr lang="en-US" sz="1600" b="1" kern="1200" dirty="0">
                        <a:solidFill>
                          <a:schemeClr val="tx1"/>
                        </a:solidFill>
                        <a:latin typeface="Vi"/>
                        <a:ea typeface="+mn-ea"/>
                        <a:cs typeface="+mn-cs"/>
                      </a:endParaRPr>
                    </a:p>
                  </a:txBody>
                  <a:tcPr/>
                </a:tc>
                <a:tc>
                  <a:txBody>
                    <a:bodyPr/>
                    <a:lstStyle/>
                    <a:p>
                      <a:pPr marL="0" algn="ctr" defTabSz="914400" rtl="0" eaLnBrk="1" latinLnBrk="0" hangingPunct="1"/>
                      <a:r>
                        <a:rPr lang="en-US" sz="1600" b="1" kern="1200" dirty="0" smtClean="0">
                          <a:solidFill>
                            <a:schemeClr val="tx1"/>
                          </a:solidFill>
                          <a:latin typeface="Vi"/>
                          <a:ea typeface="+mn-ea"/>
                          <a:cs typeface="+mn-cs"/>
                        </a:rPr>
                        <a:t>Interactive voice response</a:t>
                      </a:r>
                      <a:endParaRPr lang="en-US" sz="1600" b="1" kern="1200" dirty="0">
                        <a:solidFill>
                          <a:schemeClr val="tx1"/>
                        </a:solidFill>
                        <a:latin typeface="Vi"/>
                        <a:ea typeface="+mn-ea"/>
                        <a:cs typeface="+mn-cs"/>
                      </a:endParaRPr>
                    </a:p>
                  </a:txBody>
                  <a:tcPr/>
                </a:tc>
                <a:tc>
                  <a:txBody>
                    <a:bodyPr/>
                    <a:lstStyle/>
                    <a:p>
                      <a:pPr marL="0" algn="ctr" defTabSz="914400" rtl="0" eaLnBrk="1" latinLnBrk="0" hangingPunct="1"/>
                      <a:r>
                        <a:rPr lang="en-US" sz="1600" b="1" kern="1200" dirty="0" smtClean="0">
                          <a:solidFill>
                            <a:schemeClr val="tx1"/>
                          </a:solidFill>
                          <a:latin typeface="Vi"/>
                          <a:ea typeface="+mn-ea"/>
                          <a:cs typeface="+mn-cs"/>
                        </a:rPr>
                        <a:t>IVR is an automated telephony system that interacts with callers, gathers information and routes calls to the appropriate recipients.</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1051162731"/>
                  </a:ext>
                </a:extLst>
              </a:tr>
              <a:tr h="570218">
                <a:tc>
                  <a:txBody>
                    <a:bodyPr/>
                    <a:lstStyle/>
                    <a:p>
                      <a:pPr marL="0" algn="ctr" defTabSz="914400" rtl="0" eaLnBrk="1" latinLnBrk="0" hangingPunct="1"/>
                      <a:r>
                        <a:rPr lang="en-US" sz="1600" b="1" kern="1200" dirty="0" smtClean="0">
                          <a:solidFill>
                            <a:schemeClr val="tx1"/>
                          </a:solidFill>
                          <a:latin typeface="Vi"/>
                          <a:ea typeface="+mn-ea"/>
                          <a:cs typeface="+mn-cs"/>
                        </a:rPr>
                        <a:t>DTMF</a:t>
                      </a:r>
                      <a:endParaRPr lang="en-US" sz="1600" b="1" kern="1200" dirty="0">
                        <a:solidFill>
                          <a:schemeClr val="tx1"/>
                        </a:solidFill>
                        <a:latin typeface="Vi"/>
                        <a:ea typeface="+mn-ea"/>
                        <a:cs typeface="+mn-cs"/>
                      </a:endParaRPr>
                    </a:p>
                  </a:txBody>
                  <a:tcPr/>
                </a:tc>
                <a:tc>
                  <a:txBody>
                    <a:bodyPr/>
                    <a:lstStyle/>
                    <a:p>
                      <a:pPr marL="0" algn="ctr" defTabSz="914400" rtl="0" eaLnBrk="1" latinLnBrk="0" hangingPunct="1"/>
                      <a:r>
                        <a:rPr lang="en-US" sz="1600" b="1" kern="1200" dirty="0" smtClean="0">
                          <a:solidFill>
                            <a:schemeClr val="tx1"/>
                          </a:solidFill>
                          <a:latin typeface="Vi"/>
                          <a:ea typeface="+mn-ea"/>
                          <a:cs typeface="+mn-cs"/>
                        </a:rPr>
                        <a:t>Dual tone multi-frequency</a:t>
                      </a:r>
                      <a:endParaRPr lang="en-US" sz="1600" b="1" kern="1200" dirty="0">
                        <a:solidFill>
                          <a:schemeClr val="tx1"/>
                        </a:solidFill>
                        <a:latin typeface="Vi"/>
                        <a:ea typeface="+mn-ea"/>
                        <a:cs typeface="+mn-cs"/>
                      </a:endParaRPr>
                    </a:p>
                  </a:txBody>
                  <a:tcPr/>
                </a:tc>
                <a:tc>
                  <a:txBody>
                    <a:bodyPr/>
                    <a:lstStyle/>
                    <a:p>
                      <a:pPr marL="0" algn="ctr" defTabSz="914400" rtl="0" eaLnBrk="1" latinLnBrk="0" hangingPunct="1"/>
                      <a:r>
                        <a:rPr lang="en-US" sz="1600" b="1" kern="1200" dirty="0" smtClean="0">
                          <a:solidFill>
                            <a:schemeClr val="tx1"/>
                          </a:solidFill>
                          <a:latin typeface="Vi"/>
                          <a:ea typeface="+mn-ea"/>
                          <a:cs typeface="+mn-cs"/>
                        </a:rPr>
                        <a:t>DTMF is the sounds or tones generated by a telephone when the numbers are pressed. These tones are transmitted with the voice channel. DTMF is used to control automated equipment and signal user intent, such as the number they wish to dial.</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2409364728"/>
                  </a:ext>
                </a:extLst>
              </a:tr>
              <a:tr h="570218">
                <a:tc>
                  <a:txBody>
                    <a:bodyPr/>
                    <a:lstStyle/>
                    <a:p>
                      <a:pPr marL="0" algn="ctr" defTabSz="914400" rtl="0" eaLnBrk="1" latinLnBrk="0" hangingPunct="1"/>
                      <a:r>
                        <a:rPr lang="en-US" sz="1600" b="1" kern="1200" dirty="0" smtClean="0">
                          <a:solidFill>
                            <a:schemeClr val="tx1"/>
                          </a:solidFill>
                          <a:latin typeface="Vi"/>
                          <a:ea typeface="+mn-ea"/>
                          <a:cs typeface="+mn-cs"/>
                        </a:rPr>
                        <a:t>CLI</a:t>
                      </a:r>
                      <a:endParaRPr lang="en-US" sz="1600" b="1" kern="1200" dirty="0">
                        <a:solidFill>
                          <a:schemeClr val="tx1"/>
                        </a:solidFill>
                        <a:latin typeface="Vi"/>
                        <a:ea typeface="+mn-ea"/>
                        <a:cs typeface="+mn-cs"/>
                      </a:endParaRPr>
                    </a:p>
                  </a:txBody>
                  <a:tcPr/>
                </a:tc>
                <a:tc>
                  <a:txBody>
                    <a:bodyPr/>
                    <a:lstStyle/>
                    <a:p>
                      <a:pPr marL="0" algn="ctr" defTabSz="914400" rtl="0" eaLnBrk="1" latinLnBrk="0" hangingPunct="1"/>
                      <a:r>
                        <a:rPr lang="en-US" sz="1600" b="1" kern="1200" dirty="0" smtClean="0">
                          <a:solidFill>
                            <a:schemeClr val="tx1"/>
                          </a:solidFill>
                          <a:latin typeface="Vi"/>
                          <a:ea typeface="+mn-ea"/>
                          <a:cs typeface="+mn-cs"/>
                        </a:rPr>
                        <a:t>Calling Line Identity</a:t>
                      </a:r>
                      <a:endParaRPr lang="en-US" sz="1600" b="1" kern="1200" dirty="0">
                        <a:solidFill>
                          <a:schemeClr val="tx1"/>
                        </a:solidFill>
                        <a:latin typeface="Vi"/>
                        <a:ea typeface="+mn-ea"/>
                        <a:cs typeface="+mn-cs"/>
                      </a:endParaRPr>
                    </a:p>
                  </a:txBody>
                  <a:tcPr/>
                </a:tc>
                <a:tc>
                  <a:txBody>
                    <a:bodyPr/>
                    <a:lstStyle/>
                    <a:p>
                      <a:pPr marL="0" algn="ctr" defTabSz="914400" rtl="0" eaLnBrk="1" latinLnBrk="0" hangingPunct="1"/>
                      <a:r>
                        <a:rPr lang="en-US" sz="1600" b="1" kern="1200" dirty="0" smtClean="0">
                          <a:solidFill>
                            <a:schemeClr val="tx1"/>
                          </a:solidFill>
                          <a:latin typeface="Vi"/>
                          <a:ea typeface="+mn-ea"/>
                          <a:cs typeface="+mn-cs"/>
                        </a:rPr>
                        <a:t> the telephone number of the caller travels ahead of most calls. This is known as Calling Line Identity (CLI) or by BT as Caller ID.</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3533536910"/>
                  </a:ext>
                </a:extLst>
              </a:tr>
            </a:tbl>
          </a:graphicData>
        </a:graphic>
      </p:graphicFrame>
      <p:sp>
        <p:nvSpPr>
          <p:cNvPr id="3" name="TextBox 2"/>
          <p:cNvSpPr txBox="1"/>
          <p:nvPr/>
        </p:nvSpPr>
        <p:spPr>
          <a:xfrm>
            <a:off x="1182358" y="134471"/>
            <a:ext cx="9412941" cy="584775"/>
          </a:xfrm>
          <a:prstGeom prst="rect">
            <a:avLst/>
          </a:prstGeom>
          <a:noFill/>
        </p:spPr>
        <p:txBody>
          <a:bodyPr wrap="square" rtlCol="0">
            <a:spAutoFit/>
          </a:bodyPr>
          <a:lstStyle/>
          <a:p>
            <a:r>
              <a:rPr lang="en-US" sz="3200" b="1" dirty="0" smtClean="0">
                <a:solidFill>
                  <a:schemeClr val="bg1"/>
                </a:solidFill>
                <a:latin typeface="Vi"/>
              </a:rPr>
              <a:t>Some abbreviations and its full forms</a:t>
            </a:r>
            <a:endParaRPr lang="en-US" sz="3200" b="1" dirty="0">
              <a:solidFill>
                <a:schemeClr val="bg1"/>
              </a:solidFill>
              <a:latin typeface="Vi"/>
            </a:endParaRPr>
          </a:p>
        </p:txBody>
      </p:sp>
    </p:spTree>
    <p:extLst>
      <p:ext uri="{BB962C8B-B14F-4D97-AF65-F5344CB8AC3E}">
        <p14:creationId xmlns:p14="http://schemas.microsoft.com/office/powerpoint/2010/main" val="23416968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46635289"/>
              </p:ext>
            </p:extLst>
          </p:nvPr>
        </p:nvGraphicFramePr>
        <p:xfrm>
          <a:off x="629194" y="1054917"/>
          <a:ext cx="10665099" cy="5072356"/>
        </p:xfrm>
        <a:graphic>
          <a:graphicData uri="http://schemas.openxmlformats.org/drawingml/2006/table">
            <a:tbl>
              <a:tblPr firstRow="1" bandRow="1">
                <a:tableStyleId>{5C22544A-7EE6-4342-B048-85BDC9FD1C3A}</a:tableStyleId>
              </a:tblPr>
              <a:tblGrid>
                <a:gridCol w="2357121">
                  <a:extLst>
                    <a:ext uri="{9D8B030D-6E8A-4147-A177-3AD203B41FA5}">
                      <a16:colId xmlns:a16="http://schemas.microsoft.com/office/drawing/2014/main" xmlns="" val="4089844635"/>
                    </a:ext>
                  </a:extLst>
                </a:gridCol>
                <a:gridCol w="2821577">
                  <a:extLst>
                    <a:ext uri="{9D8B030D-6E8A-4147-A177-3AD203B41FA5}">
                      <a16:colId xmlns:a16="http://schemas.microsoft.com/office/drawing/2014/main" xmlns="" val="1457344122"/>
                    </a:ext>
                  </a:extLst>
                </a:gridCol>
                <a:gridCol w="5486401">
                  <a:extLst>
                    <a:ext uri="{9D8B030D-6E8A-4147-A177-3AD203B41FA5}">
                      <a16:colId xmlns:a16="http://schemas.microsoft.com/office/drawing/2014/main" xmlns="" val="1426302585"/>
                    </a:ext>
                  </a:extLst>
                </a:gridCol>
              </a:tblGrid>
              <a:tr h="570218">
                <a:tc>
                  <a:txBody>
                    <a:bodyPr/>
                    <a:lstStyle/>
                    <a:p>
                      <a:pPr algn="ctr"/>
                      <a:r>
                        <a:rPr lang="en-US" sz="2000" b="1" kern="1200" dirty="0" smtClean="0">
                          <a:solidFill>
                            <a:schemeClr val="bg1"/>
                          </a:solidFill>
                          <a:latin typeface="Vi"/>
                          <a:ea typeface="+mn-ea"/>
                          <a:cs typeface="+mn-cs"/>
                        </a:rPr>
                        <a:t>Abbreviation</a:t>
                      </a:r>
                      <a:endParaRPr lang="en-US" sz="2000" b="1" kern="1200" dirty="0">
                        <a:solidFill>
                          <a:schemeClr val="bg1"/>
                        </a:solidFill>
                        <a:latin typeface="Vi"/>
                        <a:ea typeface="+mn-ea"/>
                        <a:cs typeface="+mn-cs"/>
                      </a:endParaRPr>
                    </a:p>
                  </a:txBody>
                  <a:tcPr/>
                </a:tc>
                <a:tc>
                  <a:txBody>
                    <a:bodyPr/>
                    <a:lstStyle/>
                    <a:p>
                      <a:pPr algn="ctr"/>
                      <a:r>
                        <a:rPr lang="en-US" sz="2000" b="1" kern="1200" dirty="0" smtClean="0">
                          <a:solidFill>
                            <a:schemeClr val="bg1"/>
                          </a:solidFill>
                          <a:latin typeface="Vi"/>
                          <a:ea typeface="+mn-ea"/>
                          <a:cs typeface="+mn-cs"/>
                        </a:rPr>
                        <a:t>Full Form</a:t>
                      </a:r>
                      <a:endParaRPr lang="en-US" sz="2000" b="1" kern="1200" dirty="0">
                        <a:solidFill>
                          <a:schemeClr val="bg1"/>
                        </a:solidFill>
                        <a:latin typeface="Vi"/>
                        <a:ea typeface="+mn-ea"/>
                        <a:cs typeface="+mn-cs"/>
                      </a:endParaRPr>
                    </a:p>
                  </a:txBody>
                  <a:tcPr/>
                </a:tc>
                <a:tc>
                  <a:txBody>
                    <a:bodyPr/>
                    <a:lstStyle/>
                    <a:p>
                      <a:pPr algn="ctr"/>
                      <a:r>
                        <a:rPr lang="en-US" sz="2000" b="1" kern="1200" dirty="0" smtClean="0">
                          <a:solidFill>
                            <a:schemeClr val="bg1"/>
                          </a:solidFill>
                          <a:latin typeface="Vi"/>
                          <a:ea typeface="+mn-ea"/>
                          <a:cs typeface="+mn-cs"/>
                        </a:rPr>
                        <a:t>Definition</a:t>
                      </a:r>
                    </a:p>
                  </a:txBody>
                  <a:tcPr/>
                </a:tc>
                <a:extLst>
                  <a:ext uri="{0D108BD9-81ED-4DB2-BD59-A6C34878D82A}">
                    <a16:rowId xmlns:a16="http://schemas.microsoft.com/office/drawing/2014/main" xmlns="" val="4091829229"/>
                  </a:ext>
                </a:extLst>
              </a:tr>
              <a:tr h="570218">
                <a:tc>
                  <a:txBody>
                    <a:bodyPr/>
                    <a:lstStyle/>
                    <a:p>
                      <a:pPr algn="ctr"/>
                      <a:r>
                        <a:rPr lang="en-US" sz="1600" b="1" kern="1200" dirty="0" smtClean="0">
                          <a:solidFill>
                            <a:schemeClr val="tx1"/>
                          </a:solidFill>
                          <a:latin typeface="Vi"/>
                          <a:ea typeface="+mn-ea"/>
                          <a:cs typeface="+mn-cs"/>
                        </a:rPr>
                        <a:t>MNP</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Mobile Number Portability(MNP)</a:t>
                      </a:r>
                      <a:endParaRPr lang="en-IN" sz="1600" b="1" kern="1200" dirty="0" smtClean="0">
                        <a:solidFill>
                          <a:schemeClr val="tx1"/>
                        </a:solidFill>
                        <a:latin typeface="Vi"/>
                        <a:ea typeface="+mn-ea"/>
                        <a:cs typeface="+mn-cs"/>
                      </a:endParaRPr>
                    </a:p>
                    <a:p>
                      <a:pPr algn="ctr"/>
                      <a:r>
                        <a:rPr lang="en-US" sz="1600" b="1" kern="1200" dirty="0" smtClean="0">
                          <a:solidFill>
                            <a:schemeClr val="tx1"/>
                          </a:solidFill>
                          <a:latin typeface="Vi"/>
                          <a:ea typeface="+mn-ea"/>
                          <a:cs typeface="+mn-cs"/>
                        </a:rPr>
                        <a:t/>
                      </a:r>
                      <a:br>
                        <a:rPr lang="en-US" sz="1600" b="1" kern="1200" dirty="0" smtClean="0">
                          <a:solidFill>
                            <a:schemeClr val="tx1"/>
                          </a:solidFill>
                          <a:latin typeface="Vi"/>
                          <a:ea typeface="+mn-ea"/>
                          <a:cs typeface="+mn-cs"/>
                        </a:rPr>
                      </a:b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A. Mobile Number Portability is a facility that allows a telecom service user to move from one operator to another operator irrespective of geographical area (e.g. Delhi to Mumbai).</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3796920566"/>
                  </a:ext>
                </a:extLst>
              </a:tr>
              <a:tr h="570218">
                <a:tc>
                  <a:txBody>
                    <a:bodyPr/>
                    <a:lstStyle/>
                    <a:p>
                      <a:pPr algn="ctr"/>
                      <a:r>
                        <a:rPr lang="en-US" sz="1600" b="1" kern="1200" dirty="0" smtClean="0">
                          <a:solidFill>
                            <a:schemeClr val="tx1"/>
                          </a:solidFill>
                          <a:latin typeface="Vi"/>
                          <a:ea typeface="+mn-ea"/>
                          <a:cs typeface="+mn-cs"/>
                        </a:rPr>
                        <a:t>DNI</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Destination number identity</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A destination number is the main number that you would like us to route calls through to.</a:t>
                      </a:r>
                    </a:p>
                    <a:p>
                      <a:pPr algn="ctr"/>
                      <a:r>
                        <a:rPr lang="en-US" sz="1600" b="1" kern="1200" dirty="0" smtClean="0">
                          <a:solidFill>
                            <a:schemeClr val="tx1"/>
                          </a:solidFill>
                          <a:latin typeface="Vi"/>
                          <a:ea typeface="+mn-ea"/>
                          <a:cs typeface="+mn-cs"/>
                        </a:rPr>
                        <a:t/>
                      </a:r>
                      <a:br>
                        <a:rPr lang="en-US" sz="1600" b="1" kern="1200" dirty="0" smtClean="0">
                          <a:solidFill>
                            <a:schemeClr val="tx1"/>
                          </a:solidFill>
                          <a:latin typeface="Vi"/>
                          <a:ea typeface="+mn-ea"/>
                          <a:cs typeface="+mn-cs"/>
                        </a:rPr>
                      </a:b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602920055"/>
                  </a:ext>
                </a:extLst>
              </a:tr>
              <a:tr h="570218">
                <a:tc>
                  <a:txBody>
                    <a:bodyPr/>
                    <a:lstStyle/>
                    <a:p>
                      <a:pPr algn="ctr"/>
                      <a:r>
                        <a:rPr lang="en-US" sz="1600" b="1" kern="1200" dirty="0" smtClean="0">
                          <a:solidFill>
                            <a:schemeClr val="tx1"/>
                          </a:solidFill>
                          <a:latin typeface="Vi"/>
                          <a:ea typeface="+mn-ea"/>
                          <a:cs typeface="+mn-cs"/>
                        </a:rPr>
                        <a:t>VMN</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virtual mobile number</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A Mobile number which does not require any sim card.</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531557418"/>
                  </a:ext>
                </a:extLst>
              </a:tr>
              <a:tr h="570218">
                <a:tc>
                  <a:txBody>
                    <a:bodyPr/>
                    <a:lstStyle/>
                    <a:p>
                      <a:pPr algn="ctr"/>
                      <a:r>
                        <a:rPr lang="en-US" sz="1600" b="1" kern="1200" dirty="0" smtClean="0">
                          <a:solidFill>
                            <a:schemeClr val="tx1"/>
                          </a:solidFill>
                          <a:latin typeface="Vi"/>
                          <a:ea typeface="+mn-ea"/>
                          <a:cs typeface="+mn-cs"/>
                        </a:rPr>
                        <a:t>LMS</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Lead Management System</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Lead management is a systematic process in which incoming leads are qualified, analyzed, and nurtured so that they can be converted into new business opportunities. In a typical sales process, leads from multiple channels enter your lead management system, and the sales-ready leads are converted into deals</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2417173237"/>
                  </a:ext>
                </a:extLst>
              </a:tr>
            </a:tbl>
          </a:graphicData>
        </a:graphic>
      </p:graphicFrame>
    </p:spTree>
    <p:extLst>
      <p:ext uri="{BB962C8B-B14F-4D97-AF65-F5344CB8AC3E}">
        <p14:creationId xmlns:p14="http://schemas.microsoft.com/office/powerpoint/2010/main" val="20832674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6499070"/>
              </p:ext>
            </p:extLst>
          </p:nvPr>
        </p:nvGraphicFramePr>
        <p:xfrm>
          <a:off x="629194" y="1159420"/>
          <a:ext cx="10665099" cy="3891165"/>
        </p:xfrm>
        <a:graphic>
          <a:graphicData uri="http://schemas.openxmlformats.org/drawingml/2006/table">
            <a:tbl>
              <a:tblPr firstRow="1" bandRow="1">
                <a:tableStyleId>{5C22544A-7EE6-4342-B048-85BDC9FD1C3A}</a:tableStyleId>
              </a:tblPr>
              <a:tblGrid>
                <a:gridCol w="2357121">
                  <a:extLst>
                    <a:ext uri="{9D8B030D-6E8A-4147-A177-3AD203B41FA5}">
                      <a16:colId xmlns:a16="http://schemas.microsoft.com/office/drawing/2014/main" xmlns="" val="2375375539"/>
                    </a:ext>
                  </a:extLst>
                </a:gridCol>
                <a:gridCol w="2821577">
                  <a:extLst>
                    <a:ext uri="{9D8B030D-6E8A-4147-A177-3AD203B41FA5}">
                      <a16:colId xmlns:a16="http://schemas.microsoft.com/office/drawing/2014/main" xmlns="" val="1295440088"/>
                    </a:ext>
                  </a:extLst>
                </a:gridCol>
                <a:gridCol w="5486401">
                  <a:extLst>
                    <a:ext uri="{9D8B030D-6E8A-4147-A177-3AD203B41FA5}">
                      <a16:colId xmlns:a16="http://schemas.microsoft.com/office/drawing/2014/main" xmlns="" val="874353760"/>
                    </a:ext>
                  </a:extLst>
                </a:gridCol>
              </a:tblGrid>
              <a:tr h="617129">
                <a:tc>
                  <a:txBody>
                    <a:bodyPr/>
                    <a:lstStyle/>
                    <a:p>
                      <a:pPr algn="ctr"/>
                      <a:r>
                        <a:rPr lang="en-US" sz="2000" b="1" kern="1200" dirty="0" smtClean="0">
                          <a:solidFill>
                            <a:schemeClr val="bg1"/>
                          </a:solidFill>
                          <a:latin typeface="Vi"/>
                          <a:ea typeface="+mn-ea"/>
                          <a:cs typeface="+mn-cs"/>
                        </a:rPr>
                        <a:t>Abbreviation</a:t>
                      </a:r>
                      <a:endParaRPr lang="en-US" sz="2000" b="1" kern="1200" dirty="0">
                        <a:solidFill>
                          <a:schemeClr val="bg1"/>
                        </a:solidFill>
                        <a:latin typeface="Vi"/>
                        <a:ea typeface="+mn-ea"/>
                        <a:cs typeface="+mn-cs"/>
                      </a:endParaRPr>
                    </a:p>
                  </a:txBody>
                  <a:tcPr/>
                </a:tc>
                <a:tc>
                  <a:txBody>
                    <a:bodyPr/>
                    <a:lstStyle/>
                    <a:p>
                      <a:pPr algn="ctr"/>
                      <a:r>
                        <a:rPr lang="en-US" sz="2000" b="1" kern="1200" dirty="0" smtClean="0">
                          <a:solidFill>
                            <a:schemeClr val="bg1"/>
                          </a:solidFill>
                          <a:latin typeface="Vi"/>
                          <a:ea typeface="+mn-ea"/>
                          <a:cs typeface="+mn-cs"/>
                        </a:rPr>
                        <a:t>Full Form</a:t>
                      </a:r>
                      <a:endParaRPr lang="en-US" sz="2000" b="1" kern="1200" dirty="0">
                        <a:solidFill>
                          <a:schemeClr val="bg1"/>
                        </a:solidFill>
                        <a:latin typeface="Vi"/>
                        <a:ea typeface="+mn-ea"/>
                        <a:cs typeface="+mn-cs"/>
                      </a:endParaRPr>
                    </a:p>
                  </a:txBody>
                  <a:tcPr/>
                </a:tc>
                <a:tc>
                  <a:txBody>
                    <a:bodyPr/>
                    <a:lstStyle/>
                    <a:p>
                      <a:pPr algn="ctr"/>
                      <a:r>
                        <a:rPr lang="en-US" sz="2000" b="1" kern="1200" dirty="0" smtClean="0">
                          <a:solidFill>
                            <a:schemeClr val="bg1"/>
                          </a:solidFill>
                          <a:latin typeface="Vi"/>
                          <a:ea typeface="+mn-ea"/>
                          <a:cs typeface="+mn-cs"/>
                        </a:rPr>
                        <a:t>Definition</a:t>
                      </a:r>
                    </a:p>
                  </a:txBody>
                  <a:tcPr/>
                </a:tc>
                <a:extLst>
                  <a:ext uri="{0D108BD9-81ED-4DB2-BD59-A6C34878D82A}">
                    <a16:rowId xmlns:a16="http://schemas.microsoft.com/office/drawing/2014/main" xmlns="" val="709431270"/>
                  </a:ext>
                </a:extLst>
              </a:tr>
              <a:tr h="570218">
                <a:tc>
                  <a:txBody>
                    <a:bodyPr/>
                    <a:lstStyle/>
                    <a:p>
                      <a:pPr algn="ctr"/>
                      <a:r>
                        <a:rPr lang="en-US" sz="1600" b="1" kern="1200" dirty="0" smtClean="0">
                          <a:solidFill>
                            <a:schemeClr val="tx1"/>
                          </a:solidFill>
                          <a:latin typeface="Vi"/>
                          <a:ea typeface="+mn-ea"/>
                          <a:cs typeface="+mn-cs"/>
                        </a:rPr>
                        <a:t>API</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Application Programming Interface.</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In the context of APIs, the word Application refers to any software with a distinct function. Interface can be thought of as a contract of service between two applications. This contract defines how the two communicate with each other using requests and responses.</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556656728"/>
                  </a:ext>
                </a:extLst>
              </a:tr>
              <a:tr h="570218">
                <a:tc>
                  <a:txBody>
                    <a:bodyPr/>
                    <a:lstStyle/>
                    <a:p>
                      <a:pPr algn="ctr"/>
                      <a:r>
                        <a:rPr lang="en-US" sz="1600" b="1" kern="1200" dirty="0" smtClean="0">
                          <a:solidFill>
                            <a:schemeClr val="tx1"/>
                          </a:solidFill>
                          <a:latin typeface="Vi"/>
                          <a:ea typeface="+mn-ea"/>
                          <a:cs typeface="+mn-cs"/>
                        </a:rPr>
                        <a:t>LU</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Location Update</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It is used in LONGCODE solution</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3549925708"/>
                  </a:ext>
                </a:extLst>
              </a:tr>
              <a:tr h="570218">
                <a:tc>
                  <a:txBody>
                    <a:bodyPr/>
                    <a:lstStyle/>
                    <a:p>
                      <a:pPr algn="ctr"/>
                      <a:r>
                        <a:rPr lang="en-US" sz="1600" b="1" kern="1200" dirty="0" smtClean="0">
                          <a:solidFill>
                            <a:schemeClr val="tx1"/>
                          </a:solidFill>
                          <a:latin typeface="Vi"/>
                          <a:ea typeface="+mn-ea"/>
                          <a:cs typeface="+mn-cs"/>
                        </a:rPr>
                        <a:t>CDR</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Call Data Report</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In call data report customer can download agent’s report.</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303387130"/>
                  </a:ext>
                </a:extLst>
              </a:tr>
              <a:tr h="570218">
                <a:tc>
                  <a:txBody>
                    <a:bodyPr/>
                    <a:lstStyle/>
                    <a:p>
                      <a:pPr algn="ctr"/>
                      <a:r>
                        <a:rPr lang="en-US" sz="1600" b="1" kern="1200" dirty="0" smtClean="0">
                          <a:solidFill>
                            <a:schemeClr val="tx1"/>
                          </a:solidFill>
                          <a:latin typeface="Vi"/>
                          <a:ea typeface="+mn-ea"/>
                          <a:cs typeface="+mn-cs"/>
                        </a:rPr>
                        <a:t>RDN</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Redirection Number</a:t>
                      </a:r>
                      <a:endParaRPr lang="en-US" sz="1600" b="1" kern="1200" dirty="0">
                        <a:solidFill>
                          <a:schemeClr val="tx1"/>
                        </a:solidFill>
                        <a:latin typeface="Vi"/>
                        <a:ea typeface="+mn-ea"/>
                        <a:cs typeface="+mn-cs"/>
                      </a:endParaRPr>
                    </a:p>
                  </a:txBody>
                  <a:tcPr/>
                </a:tc>
                <a:tc>
                  <a:txBody>
                    <a:bodyPr/>
                    <a:lstStyle/>
                    <a:p>
                      <a:pPr algn="ctr"/>
                      <a:r>
                        <a:rPr lang="en-US" sz="1600" b="1" kern="1200" dirty="0" smtClean="0">
                          <a:solidFill>
                            <a:schemeClr val="tx1"/>
                          </a:solidFill>
                          <a:latin typeface="Vi"/>
                          <a:ea typeface="+mn-ea"/>
                          <a:cs typeface="+mn-cs"/>
                        </a:rPr>
                        <a:t>-</a:t>
                      </a:r>
                      <a:endParaRPr lang="en-US" sz="1600" b="1" kern="1200" dirty="0">
                        <a:solidFill>
                          <a:schemeClr val="tx1"/>
                        </a:solidFill>
                        <a:latin typeface="Vi"/>
                        <a:ea typeface="+mn-ea"/>
                        <a:cs typeface="+mn-cs"/>
                      </a:endParaRPr>
                    </a:p>
                  </a:txBody>
                  <a:tcPr/>
                </a:tc>
                <a:extLst>
                  <a:ext uri="{0D108BD9-81ED-4DB2-BD59-A6C34878D82A}">
                    <a16:rowId xmlns:a16="http://schemas.microsoft.com/office/drawing/2014/main" xmlns="" val="2181639979"/>
                  </a:ext>
                </a:extLst>
              </a:tr>
            </a:tbl>
          </a:graphicData>
        </a:graphic>
      </p:graphicFrame>
    </p:spTree>
    <p:extLst>
      <p:ext uri="{BB962C8B-B14F-4D97-AF65-F5344CB8AC3E}">
        <p14:creationId xmlns:p14="http://schemas.microsoft.com/office/powerpoint/2010/main" val="7663150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5"/>
          <p:cNvSpPr txBox="1">
            <a:spLocks noGrp="1"/>
          </p:cNvSpPr>
          <p:nvPr>
            <p:ph type="title" idx="4294967295"/>
          </p:nvPr>
        </p:nvSpPr>
        <p:spPr>
          <a:xfrm>
            <a:off x="1138348" y="64079"/>
            <a:ext cx="11412538" cy="709612"/>
          </a:xfrm>
          <a:prstGeom prst="rect">
            <a:avLst/>
          </a:prstGeom>
          <a:noFill/>
          <a:ln>
            <a:noFill/>
          </a:ln>
        </p:spPr>
        <p:txBody>
          <a:bodyPr spcFirstLastPara="1" vert="horz" wrap="square" lIns="91433" tIns="45700" rIns="91433" bIns="45700" rtlCol="0" anchor="ctr" anchorCtr="0">
            <a:normAutofit/>
          </a:bodyPr>
          <a:lstStyle/>
          <a:p>
            <a:pPr>
              <a:buClr>
                <a:schemeClr val="dk1"/>
              </a:buClr>
              <a:buSzPts val="1400"/>
            </a:pPr>
            <a:r>
              <a:rPr lang="en" sz="3200" b="1" dirty="0">
                <a:solidFill>
                  <a:schemeClr val="bg1"/>
                </a:solidFill>
                <a:latin typeface="Vi"/>
                <a:cs typeface="Arial"/>
                <a:sym typeface="Arial"/>
              </a:rPr>
              <a:t>Cloud Telephony Solutions - CPaaS</a:t>
            </a:r>
            <a:endParaRPr sz="3200" b="1" dirty="0">
              <a:solidFill>
                <a:schemeClr val="bg1"/>
              </a:solidFill>
              <a:latin typeface="Vi"/>
              <a:cs typeface="Arial"/>
              <a:sym typeface="Arial"/>
            </a:endParaRPr>
          </a:p>
        </p:txBody>
      </p:sp>
      <p:sp>
        <p:nvSpPr>
          <p:cNvPr id="486" name="Google Shape;486;p65"/>
          <p:cNvSpPr txBox="1">
            <a:spLocks noGrp="1"/>
          </p:cNvSpPr>
          <p:nvPr>
            <p:ph type="sldNum" idx="4294967295"/>
          </p:nvPr>
        </p:nvSpPr>
        <p:spPr>
          <a:xfrm>
            <a:off x="0" y="6018213"/>
            <a:ext cx="873125" cy="365125"/>
          </a:xfrm>
          <a:prstGeom prst="rect">
            <a:avLst/>
          </a:prstGeom>
          <a:noFill/>
          <a:ln>
            <a:noFill/>
          </a:ln>
        </p:spPr>
        <p:txBody>
          <a:bodyPr spcFirstLastPara="1" vert="horz" wrap="square" lIns="91433" tIns="45700" rIns="91433" bIns="45700" rtlCol="0" anchor="ctr" anchorCtr="0">
            <a:noAutofit/>
          </a:bodyPr>
          <a:lstStyle/>
          <a:p>
            <a:fld id="{00000000-1234-1234-1234-123412341234}" type="slidenum">
              <a:rPr lang="en"/>
              <a:pPr/>
              <a:t>11</a:t>
            </a:fld>
            <a:endParaRPr/>
          </a:p>
        </p:txBody>
      </p:sp>
      <p:sp>
        <p:nvSpPr>
          <p:cNvPr id="487" name="Google Shape;487;p65"/>
          <p:cNvSpPr/>
          <p:nvPr/>
        </p:nvSpPr>
        <p:spPr>
          <a:xfrm>
            <a:off x="407987" y="1031175"/>
            <a:ext cx="11166800" cy="914000"/>
          </a:xfrm>
          <a:prstGeom prst="rect">
            <a:avLst/>
          </a:prstGeom>
          <a:solidFill>
            <a:schemeClr val="bg1"/>
          </a:solidFill>
          <a:ln w="28575" cap="flat" cmpd="sng">
            <a:solidFill>
              <a:schemeClr val="lt1"/>
            </a:solidFill>
            <a:prstDash val="solid"/>
            <a:miter lim="800000"/>
            <a:headEnd type="none" w="sm" len="sm"/>
            <a:tailEnd type="none" w="sm" len="sm"/>
          </a:ln>
        </p:spPr>
        <p:txBody>
          <a:bodyPr spcFirstLastPara="1" wrap="square" lIns="91433" tIns="45700" rIns="91433" bIns="45700" anchor="ctr" anchorCtr="0">
            <a:noAutofit/>
          </a:bodyPr>
          <a:lstStyle/>
          <a:p>
            <a:r>
              <a:rPr lang="en" sz="1467" dirty="0">
                <a:solidFill>
                  <a:schemeClr val="dk1"/>
                </a:solidFill>
                <a:latin typeface="Arial"/>
                <a:ea typeface="Arial"/>
                <a:cs typeface="Arial"/>
                <a:sym typeface="Arial"/>
              </a:rPr>
              <a:t>Cloud Telephony solution is </a:t>
            </a:r>
            <a:r>
              <a:rPr lang="en" sz="1467" i="1" dirty="0">
                <a:solidFill>
                  <a:schemeClr val="dk1"/>
                </a:solidFill>
                <a:latin typeface="Arial"/>
                <a:ea typeface="Arial"/>
                <a:cs typeface="Arial"/>
                <a:sym typeface="Arial"/>
              </a:rPr>
              <a:t>Communications Platform as a Service (CPaaS)</a:t>
            </a:r>
            <a:r>
              <a:rPr lang="en" sz="1467" dirty="0">
                <a:solidFill>
                  <a:schemeClr val="dk1"/>
                </a:solidFill>
                <a:latin typeface="Arial"/>
                <a:ea typeface="Arial"/>
                <a:cs typeface="Arial"/>
                <a:sym typeface="Arial"/>
              </a:rPr>
              <a:t> which enables businesses to </a:t>
            </a:r>
            <a:r>
              <a:rPr lang="en" sz="1467" b="1" u="sng" dirty="0">
                <a:solidFill>
                  <a:schemeClr val="dk1"/>
                </a:solidFill>
                <a:latin typeface="Arial"/>
                <a:ea typeface="Arial"/>
                <a:cs typeface="Arial"/>
                <a:sym typeface="Arial"/>
              </a:rPr>
              <a:t>automate their processes</a:t>
            </a:r>
            <a:r>
              <a:rPr lang="en" sz="1467" dirty="0">
                <a:solidFill>
                  <a:schemeClr val="dk1"/>
                </a:solidFill>
                <a:latin typeface="Arial"/>
                <a:ea typeface="Arial"/>
                <a:cs typeface="Arial"/>
                <a:sym typeface="Arial"/>
              </a:rPr>
              <a:t> supported by intelligent multi - channel communication and application integration.</a:t>
            </a:r>
            <a:endParaRPr sz="1467" dirty="0"/>
          </a:p>
        </p:txBody>
      </p:sp>
      <p:grpSp>
        <p:nvGrpSpPr>
          <p:cNvPr id="488" name="Google Shape;488;p65"/>
          <p:cNvGrpSpPr/>
          <p:nvPr/>
        </p:nvGrpSpPr>
        <p:grpSpPr>
          <a:xfrm>
            <a:off x="1810404" y="3930479"/>
            <a:ext cx="1214800" cy="618255"/>
            <a:chOff x="738066" y="1464390"/>
            <a:chExt cx="911100" cy="463691"/>
          </a:xfrm>
        </p:grpSpPr>
        <p:pic>
          <p:nvPicPr>
            <p:cNvPr id="489" name="Google Shape;489;p65"/>
            <p:cNvPicPr preferRelativeResize="0"/>
            <p:nvPr/>
          </p:nvPicPr>
          <p:blipFill>
            <a:blip r:embed="rId3">
              <a:alphaModFix/>
            </a:blip>
            <a:stretch>
              <a:fillRect/>
            </a:stretch>
          </p:blipFill>
          <p:spPr>
            <a:xfrm>
              <a:off x="1043388" y="1464390"/>
              <a:ext cx="300475" cy="284657"/>
            </a:xfrm>
            <a:prstGeom prst="rect">
              <a:avLst/>
            </a:prstGeom>
            <a:noFill/>
            <a:ln>
              <a:noFill/>
            </a:ln>
          </p:spPr>
        </p:pic>
        <p:sp>
          <p:nvSpPr>
            <p:cNvPr id="490" name="Google Shape;490;p65"/>
            <p:cNvSpPr txBox="1"/>
            <p:nvPr/>
          </p:nvSpPr>
          <p:spPr>
            <a:xfrm>
              <a:off x="738066" y="1751381"/>
              <a:ext cx="911100" cy="176700"/>
            </a:xfrm>
            <a:prstGeom prst="rect">
              <a:avLst/>
            </a:prstGeom>
            <a:noFill/>
            <a:ln>
              <a:noFill/>
            </a:ln>
          </p:spPr>
          <p:txBody>
            <a:bodyPr spcFirstLastPara="1" wrap="square" lIns="121900" tIns="121900" rIns="121900" bIns="121900" anchor="ctr" anchorCtr="0">
              <a:noAutofit/>
            </a:bodyPr>
            <a:lstStyle/>
            <a:p>
              <a:pPr algn="ctr"/>
              <a:r>
                <a:rPr lang="en" sz="1067">
                  <a:solidFill>
                    <a:srgbClr val="A5B7C6"/>
                  </a:solidFill>
                  <a:latin typeface="Montserrat SemiBold"/>
                  <a:ea typeface="Montserrat SemiBold"/>
                  <a:cs typeface="Montserrat SemiBold"/>
                  <a:sym typeface="Montserrat SemiBold"/>
                </a:rPr>
                <a:t>Customers</a:t>
              </a:r>
              <a:endParaRPr sz="1067">
                <a:solidFill>
                  <a:srgbClr val="A5B7C6"/>
                </a:solidFill>
                <a:latin typeface="Montserrat SemiBold"/>
                <a:ea typeface="Montserrat SemiBold"/>
                <a:cs typeface="Montserrat SemiBold"/>
                <a:sym typeface="Montserrat SemiBold"/>
              </a:endParaRPr>
            </a:p>
          </p:txBody>
        </p:sp>
      </p:grpSp>
      <p:grpSp>
        <p:nvGrpSpPr>
          <p:cNvPr id="491" name="Google Shape;491;p65"/>
          <p:cNvGrpSpPr/>
          <p:nvPr/>
        </p:nvGrpSpPr>
        <p:grpSpPr>
          <a:xfrm>
            <a:off x="2720368" y="2897376"/>
            <a:ext cx="2359672" cy="2530547"/>
            <a:chOff x="1694138" y="1953838"/>
            <a:chExt cx="1769754" cy="1897910"/>
          </a:xfrm>
        </p:grpSpPr>
        <p:cxnSp>
          <p:nvCxnSpPr>
            <p:cNvPr id="492" name="Google Shape;492;p65"/>
            <p:cNvCxnSpPr/>
            <p:nvPr/>
          </p:nvCxnSpPr>
          <p:spPr>
            <a:xfrm rot="10800000" flipH="1">
              <a:off x="1694167" y="1953838"/>
              <a:ext cx="1728300" cy="997800"/>
            </a:xfrm>
            <a:prstGeom prst="curvedConnector3">
              <a:avLst>
                <a:gd name="adj1" fmla="val 50000"/>
              </a:avLst>
            </a:prstGeom>
            <a:noFill/>
            <a:ln w="9525" cap="flat" cmpd="sng">
              <a:solidFill>
                <a:srgbClr val="004591"/>
              </a:solidFill>
              <a:prstDash val="solid"/>
              <a:round/>
              <a:headEnd type="none" w="med" len="med"/>
              <a:tailEnd type="none" w="med" len="med"/>
            </a:ln>
          </p:spPr>
        </p:cxnSp>
        <p:cxnSp>
          <p:nvCxnSpPr>
            <p:cNvPr id="493" name="Google Shape;493;p65"/>
            <p:cNvCxnSpPr/>
            <p:nvPr/>
          </p:nvCxnSpPr>
          <p:spPr>
            <a:xfrm>
              <a:off x="1694192" y="2951448"/>
              <a:ext cx="1769700" cy="900300"/>
            </a:xfrm>
            <a:prstGeom prst="curvedConnector3">
              <a:avLst>
                <a:gd name="adj1" fmla="val 50000"/>
              </a:avLst>
            </a:prstGeom>
            <a:noFill/>
            <a:ln w="9525" cap="flat" cmpd="sng">
              <a:solidFill>
                <a:srgbClr val="004591"/>
              </a:solidFill>
              <a:prstDash val="solid"/>
              <a:round/>
              <a:headEnd type="none" w="med" len="med"/>
              <a:tailEnd type="none" w="med" len="med"/>
            </a:ln>
          </p:spPr>
        </p:cxnSp>
        <p:cxnSp>
          <p:nvCxnSpPr>
            <p:cNvPr id="494" name="Google Shape;494;p65"/>
            <p:cNvCxnSpPr/>
            <p:nvPr/>
          </p:nvCxnSpPr>
          <p:spPr>
            <a:xfrm rot="10800000" flipH="1">
              <a:off x="1694138" y="2904903"/>
              <a:ext cx="1760400" cy="46800"/>
            </a:xfrm>
            <a:prstGeom prst="curvedConnector3">
              <a:avLst>
                <a:gd name="adj1" fmla="val 50000"/>
              </a:avLst>
            </a:prstGeom>
            <a:noFill/>
            <a:ln w="9525" cap="flat" cmpd="sng">
              <a:solidFill>
                <a:srgbClr val="004591"/>
              </a:solidFill>
              <a:prstDash val="solid"/>
              <a:round/>
              <a:headEnd type="none" w="med" len="med"/>
              <a:tailEnd type="none" w="med" len="med"/>
            </a:ln>
          </p:spPr>
        </p:cxnSp>
      </p:grpSp>
      <p:sp>
        <p:nvSpPr>
          <p:cNvPr id="495" name="Google Shape;495;p65"/>
          <p:cNvSpPr/>
          <p:nvPr/>
        </p:nvSpPr>
        <p:spPr>
          <a:xfrm>
            <a:off x="8471851" y="3968609"/>
            <a:ext cx="1873200" cy="542000"/>
          </a:xfrm>
          <a:prstGeom prst="roundRect">
            <a:avLst>
              <a:gd name="adj" fmla="val 16667"/>
            </a:avLst>
          </a:prstGeom>
          <a:solidFill>
            <a:srgbClr val="2AC3F3"/>
          </a:solidFill>
          <a:ln>
            <a:noFill/>
          </a:ln>
        </p:spPr>
        <p:txBody>
          <a:bodyPr spcFirstLastPara="1" wrap="square" lIns="121900" tIns="121900" rIns="121900" bIns="121900" anchor="ctr" anchorCtr="0">
            <a:noAutofit/>
          </a:bodyPr>
          <a:lstStyle/>
          <a:p>
            <a:pPr algn="ctr"/>
            <a:r>
              <a:rPr lang="en" sz="1733" b="1">
                <a:solidFill>
                  <a:srgbClr val="FFFFFF"/>
                </a:solidFill>
                <a:latin typeface="Montserrat"/>
                <a:ea typeface="Montserrat"/>
                <a:cs typeface="Montserrat"/>
                <a:sym typeface="Montserrat"/>
              </a:rPr>
              <a:t>732000xxxx</a:t>
            </a:r>
            <a:endParaRPr sz="1733" b="1">
              <a:solidFill>
                <a:srgbClr val="FFFFFF"/>
              </a:solidFill>
              <a:latin typeface="Montserrat"/>
              <a:ea typeface="Montserrat"/>
              <a:cs typeface="Montserrat"/>
              <a:sym typeface="Montserrat"/>
            </a:endParaRPr>
          </a:p>
        </p:txBody>
      </p:sp>
      <p:grpSp>
        <p:nvGrpSpPr>
          <p:cNvPr id="496" name="Google Shape;496;p65"/>
          <p:cNvGrpSpPr/>
          <p:nvPr/>
        </p:nvGrpSpPr>
        <p:grpSpPr>
          <a:xfrm>
            <a:off x="5650982" y="2917592"/>
            <a:ext cx="2820719" cy="2510333"/>
            <a:chOff x="3892099" y="1969000"/>
            <a:chExt cx="2115539" cy="1882750"/>
          </a:xfrm>
        </p:grpSpPr>
        <p:cxnSp>
          <p:nvCxnSpPr>
            <p:cNvPr id="497" name="Google Shape;497;p65"/>
            <p:cNvCxnSpPr/>
            <p:nvPr/>
          </p:nvCxnSpPr>
          <p:spPr>
            <a:xfrm>
              <a:off x="3892099" y="1969000"/>
              <a:ext cx="2115300" cy="991500"/>
            </a:xfrm>
            <a:prstGeom prst="curvedConnector3">
              <a:avLst>
                <a:gd name="adj1" fmla="val 50000"/>
              </a:avLst>
            </a:prstGeom>
            <a:noFill/>
            <a:ln w="9525" cap="flat" cmpd="sng">
              <a:solidFill>
                <a:srgbClr val="004591"/>
              </a:solidFill>
              <a:prstDash val="solid"/>
              <a:round/>
              <a:headEnd type="none" w="med" len="med"/>
              <a:tailEnd type="none" w="med" len="med"/>
            </a:ln>
          </p:spPr>
        </p:cxnSp>
        <p:cxnSp>
          <p:nvCxnSpPr>
            <p:cNvPr id="498" name="Google Shape;498;p65"/>
            <p:cNvCxnSpPr/>
            <p:nvPr/>
          </p:nvCxnSpPr>
          <p:spPr>
            <a:xfrm>
              <a:off x="3924438" y="2918450"/>
              <a:ext cx="2083200" cy="42000"/>
            </a:xfrm>
            <a:prstGeom prst="curvedConnector3">
              <a:avLst>
                <a:gd name="adj1" fmla="val 50000"/>
              </a:avLst>
            </a:prstGeom>
            <a:noFill/>
            <a:ln w="9525" cap="flat" cmpd="sng">
              <a:solidFill>
                <a:srgbClr val="004591"/>
              </a:solidFill>
              <a:prstDash val="solid"/>
              <a:round/>
              <a:headEnd type="none" w="med" len="med"/>
              <a:tailEnd type="none" w="med" len="med"/>
            </a:ln>
          </p:spPr>
        </p:cxnSp>
        <p:cxnSp>
          <p:nvCxnSpPr>
            <p:cNvPr id="499" name="Google Shape;499;p65"/>
            <p:cNvCxnSpPr/>
            <p:nvPr/>
          </p:nvCxnSpPr>
          <p:spPr>
            <a:xfrm rot="10800000" flipH="1">
              <a:off x="3911963" y="2960450"/>
              <a:ext cx="2095500" cy="891300"/>
            </a:xfrm>
            <a:prstGeom prst="curvedConnector3">
              <a:avLst>
                <a:gd name="adj1" fmla="val 50000"/>
              </a:avLst>
            </a:prstGeom>
            <a:noFill/>
            <a:ln w="9525" cap="flat" cmpd="sng">
              <a:solidFill>
                <a:srgbClr val="004591"/>
              </a:solidFill>
              <a:prstDash val="solid"/>
              <a:round/>
              <a:headEnd type="none" w="med" len="med"/>
              <a:tailEnd type="none" w="med" len="med"/>
            </a:ln>
          </p:spPr>
        </p:cxnSp>
      </p:grpSp>
      <p:pic>
        <p:nvPicPr>
          <p:cNvPr id="500" name="Google Shape;500;p65"/>
          <p:cNvPicPr preferRelativeResize="0"/>
          <p:nvPr/>
        </p:nvPicPr>
        <p:blipFill>
          <a:blip r:embed="rId4">
            <a:alphaModFix/>
          </a:blip>
          <a:stretch>
            <a:fillRect/>
          </a:stretch>
        </p:blipFill>
        <p:spPr>
          <a:xfrm>
            <a:off x="5080034" y="5073993"/>
            <a:ext cx="618233" cy="618233"/>
          </a:xfrm>
          <a:prstGeom prst="rect">
            <a:avLst/>
          </a:prstGeom>
          <a:noFill/>
          <a:ln>
            <a:noFill/>
          </a:ln>
        </p:spPr>
      </p:pic>
      <p:pic>
        <p:nvPicPr>
          <p:cNvPr id="501" name="Google Shape;501;p65"/>
          <p:cNvPicPr preferRelativeResize="0"/>
          <p:nvPr/>
        </p:nvPicPr>
        <p:blipFill>
          <a:blip r:embed="rId5">
            <a:alphaModFix/>
          </a:blip>
          <a:stretch>
            <a:fillRect/>
          </a:stretch>
        </p:blipFill>
        <p:spPr>
          <a:xfrm>
            <a:off x="5169568" y="3847126"/>
            <a:ext cx="618233" cy="618233"/>
          </a:xfrm>
          <a:prstGeom prst="rect">
            <a:avLst/>
          </a:prstGeom>
          <a:noFill/>
          <a:ln>
            <a:noFill/>
          </a:ln>
        </p:spPr>
      </p:pic>
      <p:pic>
        <p:nvPicPr>
          <p:cNvPr id="502" name="Google Shape;502;p65"/>
          <p:cNvPicPr preferRelativeResize="0"/>
          <p:nvPr/>
        </p:nvPicPr>
        <p:blipFill>
          <a:blip r:embed="rId6">
            <a:alphaModFix/>
          </a:blip>
          <a:stretch>
            <a:fillRect/>
          </a:stretch>
        </p:blipFill>
        <p:spPr>
          <a:xfrm>
            <a:off x="5034334" y="2528860"/>
            <a:ext cx="709633" cy="709633"/>
          </a:xfrm>
          <a:prstGeom prst="rect">
            <a:avLst/>
          </a:prstGeom>
          <a:noFill/>
          <a:ln>
            <a:noFill/>
          </a:ln>
        </p:spPr>
      </p:pic>
      <p:sp>
        <p:nvSpPr>
          <p:cNvPr id="503" name="Google Shape;503;p65"/>
          <p:cNvSpPr/>
          <p:nvPr/>
        </p:nvSpPr>
        <p:spPr>
          <a:xfrm>
            <a:off x="4677151" y="2460143"/>
            <a:ext cx="1424000" cy="3425200"/>
          </a:xfrm>
          <a:prstGeom prst="roundRect">
            <a:avLst>
              <a:gd name="adj" fmla="val 16667"/>
            </a:avLst>
          </a:prstGeom>
          <a:noFill/>
          <a:ln w="19050" cap="flat" cmpd="sng">
            <a:solidFill>
              <a:srgbClr val="2AC3F3"/>
            </a:solidFill>
            <a:prstDash val="dot"/>
            <a:round/>
            <a:headEnd type="none" w="sm" len="sm"/>
            <a:tailEnd type="none" w="sm" len="sm"/>
          </a:ln>
        </p:spPr>
        <p:txBody>
          <a:bodyPr spcFirstLastPara="1" wrap="square" lIns="121900" tIns="121900" rIns="121900" bIns="121900" anchor="ctr" anchorCtr="0">
            <a:noAutofit/>
          </a:bodyPr>
          <a:lstStyle/>
          <a:p>
            <a:r>
              <a:rPr lang="en" sz="1067">
                <a:solidFill>
                  <a:srgbClr val="434343"/>
                </a:solidFill>
                <a:latin typeface="Montserrat SemiBold"/>
                <a:ea typeface="Montserrat SemiBold"/>
                <a:cs typeface="Montserrat SemiBold"/>
                <a:sym typeface="Montserrat SemiBold"/>
              </a:rPr>
              <a:t>s</a:t>
            </a:r>
            <a:endParaRPr sz="2400"/>
          </a:p>
        </p:txBody>
      </p:sp>
      <p:sp>
        <p:nvSpPr>
          <p:cNvPr id="504" name="Google Shape;504;p65"/>
          <p:cNvSpPr txBox="1"/>
          <p:nvPr/>
        </p:nvSpPr>
        <p:spPr>
          <a:xfrm>
            <a:off x="4798833" y="2079759"/>
            <a:ext cx="1302400" cy="451302"/>
          </a:xfrm>
          <a:prstGeom prst="rect">
            <a:avLst/>
          </a:prstGeom>
          <a:noFill/>
          <a:ln>
            <a:noFill/>
          </a:ln>
        </p:spPr>
        <p:txBody>
          <a:bodyPr spcFirstLastPara="1" wrap="square" lIns="121900" tIns="121900" rIns="121900" bIns="121900" anchor="t" anchorCtr="0">
            <a:spAutoFit/>
          </a:bodyPr>
          <a:lstStyle/>
          <a:p>
            <a:r>
              <a:rPr lang="en" sz="1333"/>
              <a:t>Omnichannel</a:t>
            </a:r>
            <a:endParaRPr sz="1333"/>
          </a:p>
        </p:txBody>
      </p:sp>
      <p:sp>
        <p:nvSpPr>
          <p:cNvPr id="2" name="TextBox 1">
            <a:extLst>
              <a:ext uri="{FF2B5EF4-FFF2-40B4-BE49-F238E27FC236}">
                <a16:creationId xmlns:a16="http://schemas.microsoft.com/office/drawing/2014/main" xmlns="" id="{E8A8D859-C879-C5A8-0FAA-1DE98E675FEC}"/>
              </a:ext>
            </a:extLst>
          </p:cNvPr>
          <p:cNvSpPr txBox="1"/>
          <p:nvPr/>
        </p:nvSpPr>
        <p:spPr>
          <a:xfrm>
            <a:off x="501926" y="6018213"/>
            <a:ext cx="11198450" cy="830997"/>
          </a:xfrm>
          <a:prstGeom prst="rect">
            <a:avLst/>
          </a:prstGeom>
          <a:noFill/>
        </p:spPr>
        <p:txBody>
          <a:bodyPr wrap="none" rtlCol="0">
            <a:spAutoFit/>
          </a:bodyPr>
          <a:lstStyle/>
          <a:p>
            <a:r>
              <a:rPr lang="en-US" sz="2400" dirty="0"/>
              <a:t> </a:t>
            </a:r>
            <a:r>
              <a:rPr lang="en-US" sz="2400" dirty="0">
                <a:solidFill>
                  <a:schemeClr val="dk1"/>
                </a:solidFill>
              </a:rPr>
              <a:t>A cloud Telephony number is hosted in cloud servers, hence will not have a physical SIM</a:t>
            </a:r>
          </a:p>
          <a:p>
            <a:endParaRPr lang="en-IN" sz="2400" dirty="0"/>
          </a:p>
        </p:txBody>
      </p:sp>
    </p:spTree>
    <p:extLst>
      <p:ext uri="{BB962C8B-B14F-4D97-AF65-F5344CB8AC3E}">
        <p14:creationId xmlns:p14="http://schemas.microsoft.com/office/powerpoint/2010/main" val="36934888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0" y="6018213"/>
            <a:ext cx="873125" cy="365125"/>
          </a:xfrm>
        </p:spPr>
        <p:txBody>
          <a:bodyPr/>
          <a:lstStyle/>
          <a:p>
            <a:fld id="{AC1CC88B-8153-4770-B0DF-840C5C37FBC3}" type="slidenum">
              <a:rPr lang="en-IN" smtClean="0"/>
              <a:t>12</a:t>
            </a:fld>
            <a:endParaRPr lang="en-IN"/>
          </a:p>
        </p:txBody>
      </p:sp>
      <p:pic>
        <p:nvPicPr>
          <p:cNvPr id="18" name="Picture 13" descr="Desk-Worker_red.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194" y="4422282"/>
            <a:ext cx="517915" cy="480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7" descr="Desk-Worker_grey.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3310" y="2723649"/>
            <a:ext cx="489311" cy="48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0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36221" y="5034344"/>
            <a:ext cx="985748" cy="76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Box 31"/>
          <p:cNvSpPr txBox="1"/>
          <p:nvPr/>
        </p:nvSpPr>
        <p:spPr>
          <a:xfrm>
            <a:off x="2277669" y="1784187"/>
            <a:ext cx="1505890" cy="501538"/>
          </a:xfrm>
          <a:prstGeom prst="rect">
            <a:avLst/>
          </a:prstGeom>
        </p:spPr>
        <p:txBody>
          <a:bodyPr wrap="none" lIns="0" tIns="0" rIns="0" bIns="0" rtlCol="0">
            <a:noAutofit/>
          </a:bodyPr>
          <a:lstStyle/>
          <a:p>
            <a:pPr marL="0" indent="0">
              <a:buFont typeface="Arial" pitchFamily="34" charset="0"/>
              <a:buNone/>
            </a:pPr>
            <a:r>
              <a:rPr lang="en-US" sz="1100" dirty="0"/>
              <a:t>MSC &amp; SMSC with CT server</a:t>
            </a:r>
          </a:p>
        </p:txBody>
      </p:sp>
      <p:grpSp>
        <p:nvGrpSpPr>
          <p:cNvPr id="33" name="Group 32"/>
          <p:cNvGrpSpPr/>
          <p:nvPr/>
        </p:nvGrpSpPr>
        <p:grpSpPr>
          <a:xfrm>
            <a:off x="2036502" y="2067287"/>
            <a:ext cx="2430696" cy="1683366"/>
            <a:chOff x="2486744" y="1176111"/>
            <a:chExt cx="4454842" cy="3069096"/>
          </a:xfrm>
        </p:grpSpPr>
        <p:pic>
          <p:nvPicPr>
            <p:cNvPr id="34" name="Picture 109" descr="Network_grey.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86744" y="1176111"/>
              <a:ext cx="4454842" cy="3069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8"/>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83952" y="1590265"/>
              <a:ext cx="1643146" cy="1347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1"/>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06928" y="2907642"/>
              <a:ext cx="654255" cy="654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63" descr="Generic-Router_red.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611079" y="2906099"/>
              <a:ext cx="716066" cy="716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 name="Group 37"/>
          <p:cNvGrpSpPr/>
          <p:nvPr/>
        </p:nvGrpSpPr>
        <p:grpSpPr>
          <a:xfrm>
            <a:off x="4902977" y="2190528"/>
            <a:ext cx="2094228" cy="1448874"/>
            <a:chOff x="7454900" y="355269"/>
            <a:chExt cx="3838184" cy="2641574"/>
          </a:xfrm>
        </p:grpSpPr>
        <p:grpSp>
          <p:nvGrpSpPr>
            <p:cNvPr id="39" name="Group 38"/>
            <p:cNvGrpSpPr/>
            <p:nvPr/>
          </p:nvGrpSpPr>
          <p:grpSpPr>
            <a:xfrm>
              <a:off x="7454900" y="355269"/>
              <a:ext cx="3838184" cy="2641574"/>
              <a:chOff x="7454900" y="342569"/>
              <a:chExt cx="3838184" cy="2641574"/>
            </a:xfrm>
          </p:grpSpPr>
          <p:pic>
            <p:nvPicPr>
              <p:cNvPr id="41" name="Picture 112"/>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454900" y="342569"/>
                <a:ext cx="3838184" cy="264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100"/>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8456575" y="557288"/>
                <a:ext cx="1708301" cy="130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 name="Picture 63" descr="Generic-Router_red.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495127" y="1880831"/>
              <a:ext cx="716064" cy="716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3" name="Straight Arrow Connector 42"/>
          <p:cNvCxnSpPr>
            <a:stCxn id="37" idx="3"/>
            <a:endCxn id="40" idx="1"/>
          </p:cNvCxnSpPr>
          <p:nvPr/>
        </p:nvCxnSpPr>
        <p:spPr>
          <a:xfrm>
            <a:off x="3586310" y="3212544"/>
            <a:ext cx="1884246" cy="11115"/>
          </a:xfrm>
          <a:prstGeom prst="straightConnector1">
            <a:avLst/>
          </a:prstGeom>
          <a:ln w="762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181444" y="1813285"/>
            <a:ext cx="1481544" cy="501538"/>
          </a:xfrm>
          <a:prstGeom prst="rect">
            <a:avLst/>
          </a:prstGeom>
        </p:spPr>
        <p:txBody>
          <a:bodyPr wrap="none" lIns="0" tIns="0" rIns="0" bIns="0" rtlCol="0">
            <a:noAutofit/>
          </a:bodyPr>
          <a:lstStyle/>
          <a:p>
            <a:pPr marL="0" indent="0">
              <a:buFont typeface="Arial" pitchFamily="34" charset="0"/>
              <a:buNone/>
            </a:pPr>
            <a:r>
              <a:rPr lang="en-US" sz="1100" dirty="0"/>
              <a:t>Management server in </a:t>
            </a:r>
          </a:p>
          <a:p>
            <a:pPr marL="0" indent="0">
              <a:buFont typeface="Arial" pitchFamily="34" charset="0"/>
              <a:buNone/>
            </a:pPr>
            <a:r>
              <a:rPr lang="en-US" sz="1100" dirty="0"/>
              <a:t>VIL Network</a:t>
            </a:r>
          </a:p>
        </p:txBody>
      </p:sp>
      <p:cxnSp>
        <p:nvCxnSpPr>
          <p:cNvPr id="45" name="Straight Arrow Connector 44"/>
          <p:cNvCxnSpPr>
            <a:stCxn id="31" idx="0"/>
            <a:endCxn id="59" idx="2"/>
          </p:cNvCxnSpPr>
          <p:nvPr/>
        </p:nvCxnSpPr>
        <p:spPr>
          <a:xfrm flipH="1" flipV="1">
            <a:off x="6828766" y="4290864"/>
            <a:ext cx="329" cy="743480"/>
          </a:xfrm>
          <a:prstGeom prst="straightConnector1">
            <a:avLst/>
          </a:prstGeom>
          <a:ln w="76200">
            <a:solidFill>
              <a:srgbClr val="41424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7453721" y="5451841"/>
            <a:ext cx="1248015" cy="243803"/>
          </a:xfrm>
          <a:prstGeom prst="rect">
            <a:avLst/>
          </a:prstGeom>
        </p:spPr>
        <p:txBody>
          <a:bodyPr wrap="square" lIns="0" tIns="0" rIns="0" bIns="0" rtlCol="0">
            <a:noAutofit/>
          </a:bodyPr>
          <a:lstStyle/>
          <a:p>
            <a:pPr marL="0" indent="0">
              <a:buFont typeface="Arial" pitchFamily="34" charset="0"/>
              <a:buNone/>
            </a:pPr>
            <a:r>
              <a:rPr lang="en-US" sz="1100" dirty="0"/>
              <a:t>Customer Database &amp; Application  Server</a:t>
            </a:r>
          </a:p>
        </p:txBody>
      </p:sp>
      <p:sp>
        <p:nvSpPr>
          <p:cNvPr id="47" name="TextBox 46"/>
          <p:cNvSpPr txBox="1"/>
          <p:nvPr/>
        </p:nvSpPr>
        <p:spPr>
          <a:xfrm>
            <a:off x="7035574" y="4573439"/>
            <a:ext cx="1359312" cy="215345"/>
          </a:xfrm>
          <a:prstGeom prst="rect">
            <a:avLst/>
          </a:prstGeom>
        </p:spPr>
        <p:txBody>
          <a:bodyPr wrap="square" lIns="0" tIns="0" rIns="0" bIns="0" rtlCol="0">
            <a:noAutofit/>
          </a:bodyPr>
          <a:lstStyle/>
          <a:p>
            <a:pPr marL="0" indent="0">
              <a:buFont typeface="Arial" pitchFamily="34" charset="0"/>
              <a:buNone/>
            </a:pPr>
            <a:r>
              <a:rPr lang="en-US" sz="1100" dirty="0"/>
              <a:t>API integration</a:t>
            </a:r>
          </a:p>
        </p:txBody>
      </p:sp>
      <p:sp>
        <p:nvSpPr>
          <p:cNvPr id="48" name="TextBox 47"/>
          <p:cNvSpPr txBox="1"/>
          <p:nvPr/>
        </p:nvSpPr>
        <p:spPr>
          <a:xfrm>
            <a:off x="801713" y="5031997"/>
            <a:ext cx="986944" cy="245256"/>
          </a:xfrm>
          <a:prstGeom prst="rect">
            <a:avLst/>
          </a:prstGeom>
        </p:spPr>
        <p:txBody>
          <a:bodyPr wrap="square" lIns="0" tIns="0" rIns="0" bIns="0" rtlCol="0">
            <a:noAutofit/>
          </a:bodyPr>
          <a:lstStyle/>
          <a:p>
            <a:pPr marL="0" indent="0">
              <a:buFont typeface="Arial" pitchFamily="34" charset="0"/>
              <a:buNone/>
            </a:pPr>
            <a:r>
              <a:rPr lang="en-US" sz="1100" dirty="0"/>
              <a:t>Customer</a:t>
            </a:r>
          </a:p>
        </p:txBody>
      </p:sp>
      <p:sp>
        <p:nvSpPr>
          <p:cNvPr id="49" name="TextBox 48"/>
          <p:cNvSpPr txBox="1"/>
          <p:nvPr/>
        </p:nvSpPr>
        <p:spPr>
          <a:xfrm>
            <a:off x="845194" y="3249043"/>
            <a:ext cx="394833" cy="146282"/>
          </a:xfrm>
          <a:prstGeom prst="rect">
            <a:avLst/>
          </a:prstGeom>
        </p:spPr>
        <p:txBody>
          <a:bodyPr wrap="square" lIns="0" tIns="0" rIns="0" bIns="0" rtlCol="0">
            <a:noAutofit/>
          </a:bodyPr>
          <a:lstStyle/>
          <a:p>
            <a:pPr marL="0" indent="0">
              <a:buFont typeface="Arial" pitchFamily="34" charset="0"/>
              <a:buNone/>
            </a:pPr>
            <a:r>
              <a:rPr lang="en-US" sz="1100" dirty="0"/>
              <a:t>Agent</a:t>
            </a:r>
          </a:p>
        </p:txBody>
      </p:sp>
      <p:cxnSp>
        <p:nvCxnSpPr>
          <p:cNvPr id="50" name="Straight Arrow Connector 49"/>
          <p:cNvCxnSpPr>
            <a:stCxn id="36" idx="1"/>
          </p:cNvCxnSpPr>
          <p:nvPr/>
        </p:nvCxnSpPr>
        <p:spPr>
          <a:xfrm flipH="1" flipV="1">
            <a:off x="1440579" y="3188132"/>
            <a:ext cx="1261692" cy="8306"/>
          </a:xfrm>
          <a:prstGeom prst="straightConnector1">
            <a:avLst/>
          </a:prstGeom>
          <a:ln w="38100">
            <a:solidFill>
              <a:srgbClr val="FF0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6" idx="2"/>
            <a:endCxn id="18" idx="0"/>
          </p:cNvCxnSpPr>
          <p:nvPr/>
        </p:nvCxnSpPr>
        <p:spPr>
          <a:xfrm flipH="1">
            <a:off x="1104152" y="3375864"/>
            <a:ext cx="1776610" cy="1046418"/>
          </a:xfrm>
          <a:prstGeom prst="straightConnector1">
            <a:avLst/>
          </a:prstGeom>
          <a:ln w="38100">
            <a:solidFill>
              <a:srgbClr val="FF0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506876" y="2875016"/>
            <a:ext cx="498924" cy="221807"/>
          </a:xfrm>
          <a:prstGeom prst="rect">
            <a:avLst/>
          </a:prstGeom>
        </p:spPr>
        <p:txBody>
          <a:bodyPr wrap="none" lIns="0" tIns="0" rIns="0" bIns="0" rtlCol="0">
            <a:noAutofit/>
          </a:bodyPr>
          <a:lstStyle/>
          <a:p>
            <a:pPr marL="0" indent="0">
              <a:buFont typeface="Arial" pitchFamily="34" charset="0"/>
              <a:buNone/>
            </a:pPr>
            <a:r>
              <a:rPr lang="en-US" sz="1100" dirty="0"/>
              <a:t>MPLS</a:t>
            </a:r>
          </a:p>
        </p:txBody>
      </p:sp>
      <p:sp>
        <p:nvSpPr>
          <p:cNvPr id="53" name="TextBox 52"/>
          <p:cNvSpPr txBox="1"/>
          <p:nvPr/>
        </p:nvSpPr>
        <p:spPr>
          <a:xfrm>
            <a:off x="1436305" y="2783087"/>
            <a:ext cx="757402" cy="202833"/>
          </a:xfrm>
          <a:prstGeom prst="rect">
            <a:avLst/>
          </a:prstGeom>
        </p:spPr>
        <p:txBody>
          <a:bodyPr wrap="square" lIns="0" tIns="0" rIns="0" bIns="0" rtlCol="0">
            <a:noAutofit/>
          </a:bodyPr>
          <a:lstStyle/>
          <a:p>
            <a:pPr marL="0" indent="0">
              <a:buFont typeface="Arial" pitchFamily="34" charset="0"/>
              <a:buNone/>
            </a:pPr>
            <a:r>
              <a:rPr lang="en-US" sz="1100" dirty="0"/>
              <a:t>CT call</a:t>
            </a:r>
          </a:p>
        </p:txBody>
      </p:sp>
      <p:sp>
        <p:nvSpPr>
          <p:cNvPr id="54" name="TextBox 53"/>
          <p:cNvSpPr txBox="1"/>
          <p:nvPr/>
        </p:nvSpPr>
        <p:spPr>
          <a:xfrm>
            <a:off x="1915938" y="4107743"/>
            <a:ext cx="757402" cy="202833"/>
          </a:xfrm>
          <a:prstGeom prst="rect">
            <a:avLst/>
          </a:prstGeom>
        </p:spPr>
        <p:txBody>
          <a:bodyPr wrap="square" lIns="0" tIns="0" rIns="0" bIns="0" rtlCol="0">
            <a:noAutofit/>
          </a:bodyPr>
          <a:lstStyle/>
          <a:p>
            <a:pPr marL="0" indent="0">
              <a:buFont typeface="Arial" pitchFamily="34" charset="0"/>
              <a:buNone/>
            </a:pPr>
            <a:r>
              <a:rPr lang="en-US" sz="1100" dirty="0"/>
              <a:t>CT call</a:t>
            </a:r>
          </a:p>
        </p:txBody>
      </p:sp>
      <p:pic>
        <p:nvPicPr>
          <p:cNvPr id="55" name="Picture 9"/>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417892" y="3662907"/>
            <a:ext cx="883451" cy="690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Straight Arrow Connector 55"/>
          <p:cNvCxnSpPr>
            <a:stCxn id="55" idx="1"/>
            <a:endCxn id="59" idx="3"/>
          </p:cNvCxnSpPr>
          <p:nvPr/>
        </p:nvCxnSpPr>
        <p:spPr>
          <a:xfrm flipH="1">
            <a:off x="7111341" y="4008289"/>
            <a:ext cx="1306551" cy="0"/>
          </a:xfrm>
          <a:prstGeom prst="straightConnector1">
            <a:avLst/>
          </a:prstGeom>
          <a:ln w="76200">
            <a:solidFill>
              <a:srgbClr val="41424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7344301" y="3680380"/>
            <a:ext cx="1098803" cy="261610"/>
          </a:xfrm>
          <a:prstGeom prst="rect">
            <a:avLst/>
          </a:prstGeom>
          <a:noFill/>
        </p:spPr>
        <p:txBody>
          <a:bodyPr wrap="square" rtlCol="0">
            <a:spAutoFit/>
          </a:bodyPr>
          <a:lstStyle/>
          <a:p>
            <a:r>
              <a:rPr lang="en-US" sz="1100" dirty="0"/>
              <a:t>Web URL</a:t>
            </a:r>
          </a:p>
        </p:txBody>
      </p:sp>
      <p:sp>
        <p:nvSpPr>
          <p:cNvPr id="58" name="TextBox 57"/>
          <p:cNvSpPr txBox="1"/>
          <p:nvPr/>
        </p:nvSpPr>
        <p:spPr>
          <a:xfrm>
            <a:off x="8394886" y="4434866"/>
            <a:ext cx="990600" cy="261610"/>
          </a:xfrm>
          <a:prstGeom prst="rect">
            <a:avLst/>
          </a:prstGeom>
          <a:noFill/>
        </p:spPr>
        <p:txBody>
          <a:bodyPr wrap="square" rtlCol="0">
            <a:spAutoFit/>
          </a:bodyPr>
          <a:lstStyle/>
          <a:p>
            <a:r>
              <a:rPr lang="en-US" sz="1100" dirty="0"/>
              <a:t>Admin portal</a:t>
            </a:r>
          </a:p>
        </p:txBody>
      </p:sp>
      <p:pic>
        <p:nvPicPr>
          <p:cNvPr id="59" name="Picture 18"/>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546191" y="3725714"/>
            <a:ext cx="5651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63" descr="Generic-Router_red.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986091" y="3023530"/>
            <a:ext cx="390706" cy="392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 name="Elbow Connector 60"/>
          <p:cNvCxnSpPr>
            <a:stCxn id="60" idx="3"/>
            <a:endCxn id="59" idx="0"/>
          </p:cNvCxnSpPr>
          <p:nvPr/>
        </p:nvCxnSpPr>
        <p:spPr>
          <a:xfrm>
            <a:off x="6376797" y="3219907"/>
            <a:ext cx="451969" cy="505807"/>
          </a:xfrm>
          <a:prstGeom prst="bentConnector2">
            <a:avLst/>
          </a:prstGeom>
          <a:ln w="76200">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2" name="Picture 8"/>
          <p:cNvPicPr>
            <a:picLocks noChangeAspect="1" noChangeArrowheads="1"/>
          </p:cNvPicPr>
          <p:nvPr/>
        </p:nvPicPr>
        <p:blipFill>
          <a:blip r:embed="rId14" cstate="print"/>
          <a:srcRect/>
          <a:stretch>
            <a:fillRect/>
          </a:stretch>
        </p:blipFill>
        <p:spPr bwMode="auto">
          <a:xfrm>
            <a:off x="2315263" y="4771847"/>
            <a:ext cx="387008" cy="290326"/>
          </a:xfrm>
          <a:prstGeom prst="rect">
            <a:avLst/>
          </a:prstGeom>
          <a:noFill/>
          <a:ln w="9525">
            <a:noFill/>
            <a:miter lim="800000"/>
            <a:headEnd/>
            <a:tailEnd/>
          </a:ln>
          <a:effectLst/>
        </p:spPr>
      </p:pic>
      <p:cxnSp>
        <p:nvCxnSpPr>
          <p:cNvPr id="63" name="Elbow Connector 62"/>
          <p:cNvCxnSpPr>
            <a:stCxn id="34" idx="2"/>
            <a:endCxn id="18" idx="3"/>
          </p:cNvCxnSpPr>
          <p:nvPr/>
        </p:nvCxnSpPr>
        <p:spPr>
          <a:xfrm rot="5400000">
            <a:off x="1851505" y="3262258"/>
            <a:ext cx="911950" cy="18887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40027" y="69905"/>
            <a:ext cx="8331896" cy="584775"/>
          </a:xfrm>
          <a:prstGeom prst="rect">
            <a:avLst/>
          </a:prstGeom>
        </p:spPr>
        <p:txBody>
          <a:bodyPr wrap="none">
            <a:spAutoFit/>
          </a:bodyPr>
          <a:lstStyle/>
          <a:p>
            <a:r>
              <a:rPr lang="en-US" sz="3200" b="1" dirty="0">
                <a:solidFill>
                  <a:schemeClr val="bg1"/>
                </a:solidFill>
                <a:latin typeface="Vi"/>
                <a:cs typeface="Arial" panose="020B0604020202020204" pitchFamily="34" charset="0"/>
              </a:rPr>
              <a:t>Cloud Telephony Solutions -  Architecture</a:t>
            </a:r>
            <a:endParaRPr lang="en-US" sz="3200" b="1" dirty="0">
              <a:solidFill>
                <a:schemeClr val="bg1"/>
              </a:solidFill>
              <a:latin typeface="Vi"/>
            </a:endParaRPr>
          </a:p>
        </p:txBody>
      </p:sp>
    </p:spTree>
    <p:extLst>
      <p:ext uri="{BB962C8B-B14F-4D97-AF65-F5344CB8AC3E}">
        <p14:creationId xmlns:p14="http://schemas.microsoft.com/office/powerpoint/2010/main" val="23710082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9448800" y="6356350"/>
            <a:ext cx="2743200" cy="365125"/>
          </a:xfrm>
        </p:spPr>
        <p:txBody>
          <a:bodyPr/>
          <a:lstStyle/>
          <a:p>
            <a:fld id="{AC1CC88B-8153-4770-B0DF-840C5C37FBC3}" type="slidenum">
              <a:rPr lang="en-IN" smtClean="0"/>
              <a:t>13</a:t>
            </a:fld>
            <a:endParaRPr lang="en-IN" dirty="0"/>
          </a:p>
        </p:txBody>
      </p:sp>
      <p:pic>
        <p:nvPicPr>
          <p:cNvPr id="18" name="Picture 13" descr="Desk-Worker_red.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184" y="4761945"/>
            <a:ext cx="517915" cy="480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7" descr="Desk-Worker_grey.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8042" y="2341850"/>
            <a:ext cx="489311" cy="48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0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533010" y="4635689"/>
            <a:ext cx="985748" cy="5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Box 31"/>
          <p:cNvSpPr txBox="1"/>
          <p:nvPr/>
        </p:nvSpPr>
        <p:spPr>
          <a:xfrm>
            <a:off x="1344709" y="1083809"/>
            <a:ext cx="3804113" cy="301659"/>
          </a:xfrm>
          <a:prstGeom prst="rect">
            <a:avLst/>
          </a:prstGeom>
          <a:ln>
            <a:solidFill>
              <a:srgbClr val="9D9D9C"/>
            </a:solidFill>
          </a:ln>
        </p:spPr>
        <p:txBody>
          <a:bodyPr wrap="none" lIns="0" tIns="0" rIns="0" bIns="0" rtlCol="0" anchor="ctr">
            <a:noAutofit/>
          </a:bodyPr>
          <a:lstStyle/>
          <a:p>
            <a:pPr algn="ctr"/>
            <a:r>
              <a:rPr lang="en-US" sz="1400" b="1" dirty="0"/>
              <a:t>V! MSC &amp; SMSC Partner managed platform</a:t>
            </a:r>
          </a:p>
        </p:txBody>
      </p:sp>
      <p:grpSp>
        <p:nvGrpSpPr>
          <p:cNvPr id="33" name="Group 32"/>
          <p:cNvGrpSpPr/>
          <p:nvPr/>
        </p:nvGrpSpPr>
        <p:grpSpPr>
          <a:xfrm>
            <a:off x="2376429" y="1448726"/>
            <a:ext cx="2090769" cy="1683367"/>
            <a:chOff x="2486744" y="1176111"/>
            <a:chExt cx="4454842" cy="3069096"/>
          </a:xfrm>
        </p:grpSpPr>
        <p:pic>
          <p:nvPicPr>
            <p:cNvPr id="34" name="Picture 109" descr="Network_grey.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86744" y="1176111"/>
              <a:ext cx="4454842" cy="3069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8"/>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83952" y="1590265"/>
              <a:ext cx="1643146" cy="1347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1"/>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21535" y="2907642"/>
              <a:ext cx="654254" cy="654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63" descr="Generic-Router_red.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525124" y="2906099"/>
              <a:ext cx="716067" cy="655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8" name="Group 37"/>
          <p:cNvGrpSpPr/>
          <p:nvPr/>
        </p:nvGrpSpPr>
        <p:grpSpPr>
          <a:xfrm>
            <a:off x="6295523" y="1565971"/>
            <a:ext cx="2012607" cy="1448875"/>
            <a:chOff x="7454900" y="355269"/>
            <a:chExt cx="3838184" cy="2641574"/>
          </a:xfrm>
        </p:grpSpPr>
        <p:grpSp>
          <p:nvGrpSpPr>
            <p:cNvPr id="39" name="Group 38"/>
            <p:cNvGrpSpPr/>
            <p:nvPr/>
          </p:nvGrpSpPr>
          <p:grpSpPr>
            <a:xfrm>
              <a:off x="7454900" y="355269"/>
              <a:ext cx="3838184" cy="2641574"/>
              <a:chOff x="7454900" y="342569"/>
              <a:chExt cx="3838184" cy="2641574"/>
            </a:xfrm>
          </p:grpSpPr>
          <p:pic>
            <p:nvPicPr>
              <p:cNvPr id="41" name="Picture 112"/>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454900" y="342569"/>
                <a:ext cx="3838184" cy="264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100"/>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8201545" y="880345"/>
                <a:ext cx="1708301" cy="942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0" name="Picture 63" descr="Generic-Router_red.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723817" y="1822276"/>
              <a:ext cx="716064" cy="716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3" name="Straight Arrow Connector 42"/>
          <p:cNvCxnSpPr>
            <a:stCxn id="37" idx="3"/>
            <a:endCxn id="40" idx="1"/>
          </p:cNvCxnSpPr>
          <p:nvPr/>
        </p:nvCxnSpPr>
        <p:spPr>
          <a:xfrm flipV="1">
            <a:off x="3669159" y="2566986"/>
            <a:ext cx="3291739" cy="10469"/>
          </a:xfrm>
          <a:prstGeom prst="straightConnector1">
            <a:avLst/>
          </a:prstGeom>
          <a:ln w="76200">
            <a:solidFill>
              <a:schemeClr val="bg1">
                <a:lumMod val="6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7378232" y="1194723"/>
            <a:ext cx="1481544" cy="501539"/>
          </a:xfrm>
          <a:prstGeom prst="rect">
            <a:avLst/>
          </a:prstGeom>
        </p:spPr>
        <p:txBody>
          <a:bodyPr wrap="none" lIns="0" tIns="0" rIns="0" bIns="0" rtlCol="0" anchor="ctr">
            <a:noAutofit/>
          </a:bodyPr>
          <a:lstStyle/>
          <a:p>
            <a:endParaRPr lang="en-US" sz="1100" dirty="0"/>
          </a:p>
        </p:txBody>
      </p:sp>
      <p:cxnSp>
        <p:nvCxnSpPr>
          <p:cNvPr id="45" name="Straight Arrow Connector 44"/>
          <p:cNvCxnSpPr>
            <a:stCxn id="31" idx="0"/>
            <a:endCxn id="59" idx="2"/>
          </p:cNvCxnSpPr>
          <p:nvPr/>
        </p:nvCxnSpPr>
        <p:spPr>
          <a:xfrm flipH="1" flipV="1">
            <a:off x="8025556" y="4037874"/>
            <a:ext cx="329" cy="597815"/>
          </a:xfrm>
          <a:prstGeom prst="straightConnector1">
            <a:avLst/>
          </a:prstGeom>
          <a:ln w="762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11347" y="5354019"/>
            <a:ext cx="986944" cy="245256"/>
          </a:xfrm>
          <a:prstGeom prst="rect">
            <a:avLst/>
          </a:prstGeom>
        </p:spPr>
        <p:txBody>
          <a:bodyPr wrap="square" lIns="0" tIns="0" rIns="0" bIns="0" rtlCol="0" anchor="ctr">
            <a:noAutofit/>
          </a:bodyPr>
          <a:lstStyle/>
          <a:p>
            <a:r>
              <a:rPr lang="en-US" sz="1400" b="1" dirty="0"/>
              <a:t>Customer</a:t>
            </a:r>
          </a:p>
        </p:txBody>
      </p:sp>
      <p:sp>
        <p:nvSpPr>
          <p:cNvPr id="49" name="TextBox 48"/>
          <p:cNvSpPr txBox="1"/>
          <p:nvPr/>
        </p:nvSpPr>
        <p:spPr>
          <a:xfrm>
            <a:off x="228673" y="2836135"/>
            <a:ext cx="541532" cy="306829"/>
          </a:xfrm>
          <a:prstGeom prst="rect">
            <a:avLst/>
          </a:prstGeom>
        </p:spPr>
        <p:txBody>
          <a:bodyPr wrap="square" lIns="0" tIns="0" rIns="0" bIns="0" rtlCol="0" anchor="ctr">
            <a:noAutofit/>
          </a:bodyPr>
          <a:lstStyle/>
          <a:p>
            <a:r>
              <a:rPr lang="en-US" sz="1400" b="1" dirty="0"/>
              <a:t>Agent</a:t>
            </a:r>
          </a:p>
        </p:txBody>
      </p:sp>
      <p:cxnSp>
        <p:nvCxnSpPr>
          <p:cNvPr id="50" name="Straight Arrow Connector 49"/>
          <p:cNvCxnSpPr>
            <a:stCxn id="36" idx="1"/>
            <a:endCxn id="19" idx="3"/>
          </p:cNvCxnSpPr>
          <p:nvPr/>
        </p:nvCxnSpPr>
        <p:spPr>
          <a:xfrm flipH="1">
            <a:off x="707351" y="2577878"/>
            <a:ext cx="2295528" cy="4029"/>
          </a:xfrm>
          <a:prstGeom prst="straightConnector1">
            <a:avLst/>
          </a:prstGeom>
          <a:ln w="381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6" idx="2"/>
            <a:endCxn id="18" idx="0"/>
          </p:cNvCxnSpPr>
          <p:nvPr/>
        </p:nvCxnSpPr>
        <p:spPr>
          <a:xfrm flipH="1">
            <a:off x="538141" y="2757301"/>
            <a:ext cx="2618267" cy="2004643"/>
          </a:xfrm>
          <a:prstGeom prst="straightConnector1">
            <a:avLst/>
          </a:prstGeom>
          <a:ln w="381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5029078" y="2161712"/>
            <a:ext cx="777612" cy="263539"/>
          </a:xfrm>
          <a:prstGeom prst="rect">
            <a:avLst/>
          </a:prstGeom>
          <a:ln>
            <a:solidFill>
              <a:srgbClr val="9D9D9C"/>
            </a:solidFill>
          </a:ln>
        </p:spPr>
        <p:txBody>
          <a:bodyPr wrap="none" lIns="0" tIns="0" rIns="0" bIns="0" rtlCol="0" anchor="ctr">
            <a:noAutofit/>
          </a:bodyPr>
          <a:lstStyle/>
          <a:p>
            <a:pPr algn="ctr"/>
            <a:r>
              <a:rPr lang="en-US" sz="1400" b="1" dirty="0"/>
              <a:t>Vi MPLS</a:t>
            </a:r>
          </a:p>
        </p:txBody>
      </p:sp>
      <p:pic>
        <p:nvPicPr>
          <p:cNvPr id="55" name="Picture 9"/>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0811464" y="3409918"/>
            <a:ext cx="883451" cy="690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6" name="Straight Arrow Connector 55"/>
          <p:cNvCxnSpPr>
            <a:stCxn id="55" idx="1"/>
            <a:endCxn id="59" idx="3"/>
          </p:cNvCxnSpPr>
          <p:nvPr/>
        </p:nvCxnSpPr>
        <p:spPr>
          <a:xfrm flipH="1">
            <a:off x="8308130" y="3755299"/>
            <a:ext cx="2503335" cy="0"/>
          </a:xfrm>
          <a:prstGeom prst="straightConnector1">
            <a:avLst/>
          </a:prstGeom>
          <a:ln w="762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9" name="Picture 18"/>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742979" y="3472725"/>
            <a:ext cx="565151" cy="56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 name="Elbow Connector 60"/>
          <p:cNvCxnSpPr>
            <a:stCxn id="40" idx="3"/>
            <a:endCxn id="59" idx="0"/>
          </p:cNvCxnSpPr>
          <p:nvPr/>
        </p:nvCxnSpPr>
        <p:spPr>
          <a:xfrm>
            <a:off x="7336376" y="2566985"/>
            <a:ext cx="689179" cy="905739"/>
          </a:xfrm>
          <a:prstGeom prst="bentConnector2">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2" name="Picture 8"/>
          <p:cNvPicPr>
            <a:picLocks noChangeAspect="1" noChangeArrowheads="1"/>
          </p:cNvPicPr>
          <p:nvPr/>
        </p:nvPicPr>
        <p:blipFill>
          <a:blip r:embed="rId14" cstate="print"/>
          <a:srcRect/>
          <a:stretch>
            <a:fillRect/>
          </a:stretch>
        </p:blipFill>
        <p:spPr bwMode="auto">
          <a:xfrm>
            <a:off x="1978959" y="5086484"/>
            <a:ext cx="519484" cy="374789"/>
          </a:xfrm>
          <a:prstGeom prst="rect">
            <a:avLst/>
          </a:prstGeom>
          <a:noFill/>
          <a:ln w="9525">
            <a:noFill/>
            <a:miter lim="800000"/>
            <a:headEnd/>
            <a:tailEnd/>
          </a:ln>
          <a:effectLst/>
        </p:spPr>
      </p:pic>
      <p:sp>
        <p:nvSpPr>
          <p:cNvPr id="64" name="TextBox 63"/>
          <p:cNvSpPr txBox="1"/>
          <p:nvPr/>
        </p:nvSpPr>
        <p:spPr>
          <a:xfrm>
            <a:off x="5687109" y="1085346"/>
            <a:ext cx="3099827" cy="274673"/>
          </a:xfrm>
          <a:prstGeom prst="rect">
            <a:avLst/>
          </a:prstGeom>
          <a:ln>
            <a:solidFill>
              <a:srgbClr val="9D9D9C"/>
            </a:solidFill>
          </a:ln>
        </p:spPr>
        <p:txBody>
          <a:bodyPr wrap="none" lIns="0" tIns="0" rIns="0" bIns="0" rtlCol="0" anchor="ctr">
            <a:noAutofit/>
          </a:bodyPr>
          <a:lstStyle/>
          <a:p>
            <a:pPr algn="ctr"/>
            <a:r>
              <a:rPr lang="en-US" sz="1400" b="1" dirty="0"/>
              <a:t>V! Managed DMZ @ NDC3</a:t>
            </a:r>
          </a:p>
        </p:txBody>
      </p:sp>
      <p:sp>
        <p:nvSpPr>
          <p:cNvPr id="65" name="TextBox 64"/>
          <p:cNvSpPr txBox="1"/>
          <p:nvPr/>
        </p:nvSpPr>
        <p:spPr>
          <a:xfrm>
            <a:off x="8591700" y="4881889"/>
            <a:ext cx="1977689" cy="283100"/>
          </a:xfrm>
          <a:prstGeom prst="rect">
            <a:avLst/>
          </a:prstGeom>
          <a:ln>
            <a:solidFill>
              <a:srgbClr val="9D9D9C"/>
            </a:solidFill>
          </a:ln>
        </p:spPr>
        <p:txBody>
          <a:bodyPr wrap="none" lIns="0" tIns="0" rIns="0" bIns="0" rtlCol="0" anchor="ctr">
            <a:noAutofit/>
          </a:bodyPr>
          <a:lstStyle/>
          <a:p>
            <a:pPr algn="ctr"/>
            <a:r>
              <a:rPr lang="en-US" sz="1400" b="1" dirty="0"/>
              <a:t>Customer Application</a:t>
            </a:r>
          </a:p>
        </p:txBody>
      </p:sp>
      <p:sp>
        <p:nvSpPr>
          <p:cNvPr id="68" name="TextBox 67"/>
          <p:cNvSpPr txBox="1"/>
          <p:nvPr/>
        </p:nvSpPr>
        <p:spPr>
          <a:xfrm>
            <a:off x="10636636" y="2786984"/>
            <a:ext cx="1233104" cy="340361"/>
          </a:xfrm>
          <a:prstGeom prst="rect">
            <a:avLst/>
          </a:prstGeom>
          <a:ln>
            <a:solidFill>
              <a:srgbClr val="9D9D9C"/>
            </a:solidFill>
          </a:ln>
        </p:spPr>
        <p:txBody>
          <a:bodyPr wrap="none" lIns="0" tIns="0" rIns="0" bIns="0" rtlCol="0" anchor="ctr">
            <a:noAutofit/>
          </a:bodyPr>
          <a:lstStyle/>
          <a:p>
            <a:pPr algn="ctr"/>
            <a:r>
              <a:rPr lang="en-US" sz="1400" b="1" dirty="0"/>
              <a:t>Admin Portal</a:t>
            </a:r>
          </a:p>
        </p:txBody>
      </p:sp>
      <p:sp>
        <p:nvSpPr>
          <p:cNvPr id="69" name="TextBox 68"/>
          <p:cNvSpPr txBox="1"/>
          <p:nvPr/>
        </p:nvSpPr>
        <p:spPr>
          <a:xfrm>
            <a:off x="8591700" y="4276259"/>
            <a:ext cx="1977689" cy="283100"/>
          </a:xfrm>
          <a:prstGeom prst="rect">
            <a:avLst/>
          </a:prstGeom>
          <a:ln>
            <a:solidFill>
              <a:srgbClr val="9D9D9C"/>
            </a:solidFill>
          </a:ln>
        </p:spPr>
        <p:txBody>
          <a:bodyPr wrap="none" lIns="0" tIns="0" rIns="0" bIns="0" rtlCol="0" anchor="ctr">
            <a:noAutofit/>
          </a:bodyPr>
          <a:lstStyle/>
          <a:p>
            <a:pPr algn="ctr"/>
            <a:r>
              <a:rPr lang="en-US" sz="1400" b="1" dirty="0"/>
              <a:t>API integration</a:t>
            </a:r>
          </a:p>
        </p:txBody>
      </p:sp>
      <p:sp>
        <p:nvSpPr>
          <p:cNvPr id="70" name="TextBox 69"/>
          <p:cNvSpPr txBox="1"/>
          <p:nvPr/>
        </p:nvSpPr>
        <p:spPr>
          <a:xfrm>
            <a:off x="8570953" y="3358879"/>
            <a:ext cx="1977689" cy="283100"/>
          </a:xfrm>
          <a:prstGeom prst="rect">
            <a:avLst/>
          </a:prstGeom>
          <a:ln>
            <a:solidFill>
              <a:srgbClr val="9D9D9C"/>
            </a:solidFill>
          </a:ln>
        </p:spPr>
        <p:txBody>
          <a:bodyPr wrap="none" lIns="0" tIns="0" rIns="0" bIns="0" rtlCol="0" anchor="ctr">
            <a:noAutofit/>
          </a:bodyPr>
          <a:lstStyle/>
          <a:p>
            <a:pPr algn="ctr"/>
            <a:r>
              <a:rPr lang="en-US" sz="1400" b="1" dirty="0"/>
              <a:t>Web URL</a:t>
            </a:r>
          </a:p>
        </p:txBody>
      </p:sp>
      <p:cxnSp>
        <p:nvCxnSpPr>
          <p:cNvPr id="25" name="Elbow Connector 24"/>
          <p:cNvCxnSpPr>
            <a:endCxn id="18" idx="3"/>
          </p:cNvCxnSpPr>
          <p:nvPr/>
        </p:nvCxnSpPr>
        <p:spPr>
          <a:xfrm rot="10800000" flipV="1">
            <a:off x="797101" y="2763362"/>
            <a:ext cx="2521335" cy="2238903"/>
          </a:xfrm>
          <a:prstGeom prst="bentConnector3">
            <a:avLst>
              <a:gd name="adj1" fmla="val 400"/>
            </a:avLst>
          </a:prstGeom>
          <a:ln w="381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H="1">
            <a:off x="1258981" y="2566986"/>
            <a:ext cx="23963" cy="3229381"/>
          </a:xfrm>
          <a:prstGeom prst="straightConnector1">
            <a:avLst/>
          </a:prstGeom>
          <a:ln w="9525">
            <a:prstDash val="lgDashDotDot"/>
            <a:tailEnd type="triangle" w="lg" len="lg"/>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4944355" y="2552656"/>
            <a:ext cx="23963" cy="3229381"/>
          </a:xfrm>
          <a:prstGeom prst="straightConnector1">
            <a:avLst/>
          </a:prstGeom>
          <a:ln w="9525">
            <a:prstDash val="lgDashDotDot"/>
            <a:tailEnd type="triangle" w="lg" len="lg"/>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7051489" y="2361033"/>
            <a:ext cx="6699" cy="3453660"/>
          </a:xfrm>
          <a:prstGeom prst="straightConnector1">
            <a:avLst/>
          </a:prstGeom>
          <a:ln w="9525">
            <a:prstDash val="lgDashDotDot"/>
            <a:tailEnd type="triangle" w="lg" len="lg"/>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H="1">
            <a:off x="3186385" y="2571468"/>
            <a:ext cx="23963" cy="3229381"/>
          </a:xfrm>
          <a:prstGeom prst="straightConnector1">
            <a:avLst/>
          </a:prstGeom>
          <a:ln w="9525">
            <a:prstDash val="lgDashDotDot"/>
            <a:tailEnd type="triangle" w="lg" len="lg"/>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310217" y="5864231"/>
            <a:ext cx="1753331" cy="646331"/>
          </a:xfrm>
          <a:prstGeom prst="rect">
            <a:avLst/>
          </a:prstGeom>
          <a:solidFill>
            <a:srgbClr val="EE1C2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spAutoFit/>
          </a:bodyPr>
          <a:lstStyle>
            <a:defPPr>
              <a:defRPr lang="en-US"/>
            </a:defPPr>
            <a:lvl1pPr algn="ctr">
              <a:defRPr sz="1400">
                <a:solidFill>
                  <a:schemeClr val="bg1"/>
                </a:solidFill>
                <a:cs typeface="Arial" panose="020B0604020202020204" pitchFamily="34" charset="0"/>
              </a:defRPr>
            </a:lvl1pPr>
          </a:lstStyle>
          <a:p>
            <a:pPr algn="l"/>
            <a:r>
              <a:rPr lang="en-US" sz="1200" b="1" dirty="0"/>
              <a:t>FP 1</a:t>
            </a:r>
          </a:p>
          <a:p>
            <a:pPr algn="l"/>
            <a:r>
              <a:rPr lang="en-US" sz="1200" b="1" dirty="0"/>
              <a:t>V! or TSP Network</a:t>
            </a:r>
          </a:p>
          <a:p>
            <a:pPr algn="l"/>
            <a:endParaRPr lang="en-US" sz="1200" b="1" dirty="0"/>
          </a:p>
        </p:txBody>
      </p:sp>
      <p:sp>
        <p:nvSpPr>
          <p:cNvPr id="88" name="TextBox 87"/>
          <p:cNvSpPr txBox="1"/>
          <p:nvPr/>
        </p:nvSpPr>
        <p:spPr>
          <a:xfrm>
            <a:off x="2198500" y="5856992"/>
            <a:ext cx="1806547" cy="646331"/>
          </a:xfrm>
          <a:prstGeom prst="rect">
            <a:avLst/>
          </a:prstGeom>
          <a:solidFill>
            <a:schemeClr val="accent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spAutoFit/>
          </a:bodyPr>
          <a:lstStyle>
            <a:defPPr>
              <a:defRPr lang="en-US"/>
            </a:defPPr>
            <a:lvl1pPr algn="ctr">
              <a:defRPr sz="1400">
                <a:solidFill>
                  <a:schemeClr val="bg1"/>
                </a:solidFill>
                <a:cs typeface="Arial" panose="020B0604020202020204" pitchFamily="34" charset="0"/>
              </a:defRPr>
            </a:lvl1pPr>
          </a:lstStyle>
          <a:p>
            <a:pPr algn="l"/>
            <a:r>
              <a:rPr lang="en-US" sz="1200" b="1" dirty="0"/>
              <a:t>FP 2</a:t>
            </a:r>
          </a:p>
          <a:p>
            <a:pPr algn="l"/>
            <a:r>
              <a:rPr lang="en-US" sz="1200" b="1" dirty="0"/>
              <a:t>V! Network</a:t>
            </a:r>
          </a:p>
          <a:p>
            <a:pPr algn="l"/>
            <a:r>
              <a:rPr lang="en-US" sz="1200" b="1" dirty="0"/>
              <a:t>Partner platform</a:t>
            </a:r>
          </a:p>
        </p:txBody>
      </p:sp>
      <p:sp>
        <p:nvSpPr>
          <p:cNvPr id="89" name="TextBox 88"/>
          <p:cNvSpPr txBox="1"/>
          <p:nvPr/>
        </p:nvSpPr>
        <p:spPr>
          <a:xfrm>
            <a:off x="4035026" y="5877623"/>
            <a:ext cx="2014149" cy="646331"/>
          </a:xfrm>
          <a:prstGeom prst="rect">
            <a:avLst/>
          </a:prstGeom>
          <a:solidFill>
            <a:srgbClr val="EE1C2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spAutoFit/>
          </a:bodyPr>
          <a:lstStyle>
            <a:defPPr marR="0" lvl="0" algn="l" rtl="0">
              <a:lnSpc>
                <a:spcPct val="100000"/>
              </a:lnSpc>
              <a:spcBef>
                <a:spcPts val="0"/>
              </a:spcBef>
              <a:spcAft>
                <a:spcPts val="0"/>
              </a:spcAft>
            </a:defPPr>
            <a:lvl1pPr>
              <a:defRPr sz="900" b="1">
                <a:solidFill>
                  <a:schemeClr val="bg1"/>
                </a:solidFill>
                <a:cs typeface="Arial" panose="020B0604020202020204" pitchFamily="34" charset="0"/>
              </a:defRPr>
            </a:lvl1pPr>
          </a:lstStyle>
          <a:p>
            <a:r>
              <a:rPr lang="en-US" sz="1200" dirty="0"/>
              <a:t>FP 3</a:t>
            </a:r>
          </a:p>
          <a:p>
            <a:r>
              <a:rPr lang="en-US" sz="1200" dirty="0"/>
              <a:t>V! IT Data connectivity</a:t>
            </a:r>
          </a:p>
          <a:p>
            <a:endParaRPr lang="en-US" sz="1200" dirty="0"/>
          </a:p>
        </p:txBody>
      </p:sp>
      <p:sp>
        <p:nvSpPr>
          <p:cNvPr id="90" name="TextBox 89"/>
          <p:cNvSpPr txBox="1"/>
          <p:nvPr/>
        </p:nvSpPr>
        <p:spPr>
          <a:xfrm>
            <a:off x="6122509" y="5868659"/>
            <a:ext cx="1753331" cy="646331"/>
          </a:xfrm>
          <a:prstGeom prst="rect">
            <a:avLst/>
          </a:prstGeom>
          <a:solidFill>
            <a:srgbClr val="EE1C2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spAutoFit/>
          </a:bodyPr>
          <a:lstStyle>
            <a:defPPr>
              <a:defRPr lang="en-US"/>
            </a:defPPr>
            <a:lvl1pPr algn="ctr">
              <a:defRPr sz="1400">
                <a:solidFill>
                  <a:schemeClr val="bg1"/>
                </a:solidFill>
                <a:cs typeface="Arial" panose="020B0604020202020204" pitchFamily="34" charset="0"/>
              </a:defRPr>
            </a:lvl1pPr>
          </a:lstStyle>
          <a:p>
            <a:pPr algn="l"/>
            <a:r>
              <a:rPr lang="en-US" sz="1200" b="1" dirty="0"/>
              <a:t>FP 4</a:t>
            </a:r>
          </a:p>
          <a:p>
            <a:pPr algn="l"/>
            <a:r>
              <a:rPr lang="en-US" sz="1200" b="1" dirty="0"/>
              <a:t>V! IT connectivity to</a:t>
            </a:r>
          </a:p>
          <a:p>
            <a:pPr algn="l"/>
            <a:r>
              <a:rPr lang="en-US" sz="1200" b="1" dirty="0"/>
              <a:t>Partner platform</a:t>
            </a:r>
          </a:p>
        </p:txBody>
      </p:sp>
      <p:cxnSp>
        <p:nvCxnSpPr>
          <p:cNvPr id="92" name="Straight Arrow Connector 91"/>
          <p:cNvCxnSpPr/>
          <p:nvPr/>
        </p:nvCxnSpPr>
        <p:spPr>
          <a:xfrm flipH="1">
            <a:off x="8406714" y="5191973"/>
            <a:ext cx="3015" cy="622721"/>
          </a:xfrm>
          <a:prstGeom prst="straightConnector1">
            <a:avLst/>
          </a:prstGeom>
          <a:ln w="9525">
            <a:prstDash val="lgDashDotDot"/>
            <a:tailEnd type="triangle" w="lg" len="lg"/>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8010792" y="5857037"/>
            <a:ext cx="1981600" cy="646331"/>
          </a:xfrm>
          <a:prstGeom prst="rect">
            <a:avLst/>
          </a:prstGeom>
          <a:solidFill>
            <a:schemeClr val="accent6">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spAutoFit/>
          </a:bodyPr>
          <a:lstStyle>
            <a:defPPr>
              <a:defRPr lang="en-US"/>
            </a:defPPr>
            <a:lvl1pPr algn="ctr">
              <a:defRPr sz="1400">
                <a:solidFill>
                  <a:schemeClr val="bg1"/>
                </a:solidFill>
                <a:cs typeface="Arial" panose="020B0604020202020204" pitchFamily="34" charset="0"/>
              </a:defRPr>
            </a:lvl1pPr>
          </a:lstStyle>
          <a:p>
            <a:pPr algn="l"/>
            <a:r>
              <a:rPr lang="en-US" sz="1200" b="1" dirty="0"/>
              <a:t>FP 5  </a:t>
            </a:r>
          </a:p>
          <a:p>
            <a:pPr algn="l"/>
            <a:r>
              <a:rPr lang="en-US" sz="1200" b="1" dirty="0"/>
              <a:t>Customer Application</a:t>
            </a:r>
          </a:p>
          <a:p>
            <a:pPr algn="l"/>
            <a:endParaRPr lang="en-US" sz="1200" b="1" dirty="0"/>
          </a:p>
        </p:txBody>
      </p:sp>
      <p:cxnSp>
        <p:nvCxnSpPr>
          <p:cNvPr id="97" name="Straight Arrow Connector 96"/>
          <p:cNvCxnSpPr/>
          <p:nvPr/>
        </p:nvCxnSpPr>
        <p:spPr>
          <a:xfrm>
            <a:off x="10340789" y="3791007"/>
            <a:ext cx="4499" cy="2025419"/>
          </a:xfrm>
          <a:prstGeom prst="straightConnector1">
            <a:avLst/>
          </a:prstGeom>
          <a:ln w="9525">
            <a:prstDash val="lgDashDotDot"/>
            <a:tailEnd type="triangle" w="lg" len="lg"/>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10065727" y="5858771"/>
            <a:ext cx="1883381" cy="646331"/>
          </a:xfrm>
          <a:prstGeom prst="rect">
            <a:avLst/>
          </a:prstGeom>
          <a:solidFill>
            <a:schemeClr val="accent1">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nchor="ctr">
            <a:spAutoFit/>
          </a:bodyPr>
          <a:lstStyle>
            <a:defPPr>
              <a:defRPr lang="en-US"/>
            </a:defPPr>
            <a:lvl1pPr algn="ctr">
              <a:defRPr sz="1400">
                <a:solidFill>
                  <a:schemeClr val="bg1"/>
                </a:solidFill>
                <a:cs typeface="Arial" panose="020B0604020202020204" pitchFamily="34" charset="0"/>
              </a:defRPr>
            </a:lvl1pPr>
          </a:lstStyle>
          <a:p>
            <a:pPr algn="l"/>
            <a:r>
              <a:rPr lang="en-US" sz="1200" b="1" dirty="0"/>
              <a:t>FP 6</a:t>
            </a:r>
          </a:p>
          <a:p>
            <a:pPr algn="l"/>
            <a:r>
              <a:rPr lang="en-US" sz="1200" b="1" dirty="0"/>
              <a:t>IT connectivity</a:t>
            </a:r>
          </a:p>
          <a:p>
            <a:pPr algn="l"/>
            <a:r>
              <a:rPr lang="en-US" sz="1200" b="1" dirty="0"/>
              <a:t>Partner platform</a:t>
            </a:r>
          </a:p>
        </p:txBody>
      </p:sp>
      <p:sp>
        <p:nvSpPr>
          <p:cNvPr id="53" name="TextBox 52"/>
          <p:cNvSpPr txBox="1"/>
          <p:nvPr/>
        </p:nvSpPr>
        <p:spPr>
          <a:xfrm>
            <a:off x="8518758" y="1681248"/>
            <a:ext cx="3561132" cy="400110"/>
          </a:xfrm>
          <a:prstGeom prst="rect">
            <a:avLst/>
          </a:prstGeom>
          <a:solidFill>
            <a:schemeClr val="accent5"/>
          </a:solidFill>
          <a:ln>
            <a:solidFill>
              <a:srgbClr val="9D9D9C"/>
            </a:solidFill>
          </a:ln>
        </p:spPr>
        <p:txBody>
          <a:bodyPr wrap="square" rtlCol="0">
            <a:spAutoFit/>
          </a:bodyPr>
          <a:lstStyle/>
          <a:p>
            <a:r>
              <a:rPr lang="en-US" sz="1000" b="1" dirty="0"/>
              <a:t>*Architecture is for single circle.</a:t>
            </a:r>
          </a:p>
          <a:p>
            <a:r>
              <a:rPr lang="en-US" sz="1000" b="1" dirty="0"/>
              <a:t>*SMS Long Code platform hosted at TN &amp; MUMSMSC. </a:t>
            </a:r>
          </a:p>
        </p:txBody>
      </p:sp>
      <p:sp>
        <p:nvSpPr>
          <p:cNvPr id="3" name="Rectangle 2"/>
          <p:cNvSpPr/>
          <p:nvPr/>
        </p:nvSpPr>
        <p:spPr>
          <a:xfrm>
            <a:off x="1098291" y="75616"/>
            <a:ext cx="8934625" cy="584775"/>
          </a:xfrm>
          <a:prstGeom prst="rect">
            <a:avLst/>
          </a:prstGeom>
        </p:spPr>
        <p:txBody>
          <a:bodyPr wrap="none">
            <a:spAutoFit/>
          </a:bodyPr>
          <a:lstStyle/>
          <a:p>
            <a:r>
              <a:rPr lang="en-US" sz="3200" b="1" dirty="0" smtClean="0">
                <a:solidFill>
                  <a:schemeClr val="bg1"/>
                </a:solidFill>
                <a:latin typeface="Vi"/>
                <a:cs typeface="Arial"/>
                <a:sym typeface="Arial"/>
              </a:rPr>
              <a:t>CTS Architecture Mapped with Failure Points</a:t>
            </a:r>
            <a:endParaRPr lang="en-US" sz="3200" dirty="0">
              <a:solidFill>
                <a:schemeClr val="bg1"/>
              </a:solidFill>
              <a:latin typeface="Vi"/>
            </a:endParaRPr>
          </a:p>
        </p:txBody>
      </p:sp>
    </p:spTree>
    <p:extLst>
      <p:ext uri="{BB962C8B-B14F-4D97-AF65-F5344CB8AC3E}">
        <p14:creationId xmlns:p14="http://schemas.microsoft.com/office/powerpoint/2010/main" val="269460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animBg="1"/>
      <p:bldP spid="89" grpId="0" animBg="1"/>
      <p:bldP spid="90" grpId="0" animBg="1"/>
      <p:bldP spid="96" grpId="0" animBg="1"/>
      <p:bldP spid="9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8732" y="2572774"/>
            <a:ext cx="10296525" cy="2715898"/>
          </a:xfrm>
        </p:spPr>
        <p:txBody>
          <a:bodyPr/>
          <a:lstStyle/>
          <a:p>
            <a:r>
              <a:rPr lang="en-US" dirty="0" smtClean="0"/>
              <a:t>Thank You</a:t>
            </a:r>
            <a:br>
              <a:rPr lang="en-US" dirty="0" smtClean="0"/>
            </a:br>
            <a:endParaRPr lang="en-US" dirty="0"/>
          </a:p>
        </p:txBody>
      </p:sp>
    </p:spTree>
    <p:extLst>
      <p:ext uri="{BB962C8B-B14F-4D97-AF65-F5344CB8AC3E}">
        <p14:creationId xmlns:p14="http://schemas.microsoft.com/office/powerpoint/2010/main" val="87533549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Vodafone Idea">
      <a:dk1>
        <a:srgbClr val="2F3043"/>
      </a:dk1>
      <a:lt1>
        <a:srgbClr val="FFFFFF"/>
      </a:lt1>
      <a:dk2>
        <a:srgbClr val="2F3043"/>
      </a:dk2>
      <a:lt2>
        <a:srgbClr val="E7E6E6"/>
      </a:lt2>
      <a:accent1>
        <a:srgbClr val="EE2737"/>
      </a:accent1>
      <a:accent2>
        <a:srgbClr val="FFC600"/>
      </a:accent2>
      <a:accent3>
        <a:srgbClr val="5F004B"/>
      </a:accent3>
      <a:accent4>
        <a:srgbClr val="FF8E75"/>
      </a:accent4>
      <a:accent5>
        <a:srgbClr val="CADEF8"/>
      </a:accent5>
      <a:accent6>
        <a:srgbClr val="F9E9D0"/>
      </a:accent6>
      <a:hlink>
        <a:srgbClr val="EE2737"/>
      </a:hlink>
      <a:folHlink>
        <a:srgbClr val="FFC600"/>
      </a:folHlink>
    </a:clrScheme>
    <a:fontScheme name="Vodafone Idea">
      <a:majorFont>
        <a:latin typeface="Vi Heavy"/>
        <a:ea typeface=""/>
        <a:cs typeface=""/>
      </a:majorFont>
      <a:minorFont>
        <a:latin typeface="V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objectDefaults>
  <a:extraClrSchemeLst/>
  <a:extLst>
    <a:ext uri="{05A4C25C-085E-4340-85A3-A5531E510DB2}">
      <thm15:themeFamily xmlns:thm15="http://schemas.microsoft.com/office/thememl/2012/main" name="Axis Mutual Fund_Template_16x9" id="{CDB4C687-73AE-424B-963C-6AF1171D755F}" vid="{7CD56076-DE89-4DFA-BD35-448B2C52FFD4}"/>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6887</TotalTime>
  <Words>753</Words>
  <Application>Microsoft Office PowerPoint</Application>
  <PresentationFormat>Widescreen</PresentationFormat>
  <Paragraphs>197</Paragraphs>
  <Slides>14</Slides>
  <Notes>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14</vt:i4>
      </vt:variant>
    </vt:vector>
  </HeadingPairs>
  <TitlesOfParts>
    <vt:vector size="27" baseType="lpstr">
      <vt:lpstr>Arial</vt:lpstr>
      <vt:lpstr>Calibri</vt:lpstr>
      <vt:lpstr>Calibri Light</vt:lpstr>
      <vt:lpstr>Montserrat</vt:lpstr>
      <vt:lpstr>Montserrat SemiBold</vt:lpstr>
      <vt:lpstr>Poppins</vt:lpstr>
      <vt:lpstr>Times New Roman</vt:lpstr>
      <vt:lpstr>Vi</vt:lpstr>
      <vt:lpstr>Vi Heavy</vt:lpstr>
      <vt:lpstr>vodafone rg</vt:lpstr>
      <vt:lpstr>Wingdings</vt:lpstr>
      <vt:lpstr>1_Office Theme</vt:lpstr>
      <vt:lpstr>3_Office Theme</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Cloud Telephony Solutions - CPaaS</vt:lpstr>
      <vt:lpstr>PowerPoint Presentation</vt:lpstr>
      <vt:lpstr>PowerPoint Presentation</vt:lpstr>
      <vt:lpstr>Thank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Krunal Bhatt</dc:creator>
  <cp:lastModifiedBy>MUZZAMIL ALAM</cp:lastModifiedBy>
  <cp:revision>673</cp:revision>
  <dcterms:created xsi:type="dcterms:W3CDTF">2020-09-07T03:46:37Z</dcterms:created>
  <dcterms:modified xsi:type="dcterms:W3CDTF">2023-08-25T08:29:56Z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54d6a4d3-876f-4338-8431-c79d6854ec58</vt:lpwstr>
  </property>
  <property fmtid="{D5CDD505-2E9C-101B-9397-08002B2CF9AE}" pid="3" name="Classification">
    <vt:lpwstr>C1VILPublic</vt:lpwstr>
  </property>
  <property fmtid="{D5CDD505-2E9C-101B-9397-08002B2CF9AE}" pid="4" name="DLPManualFileClassification">
    <vt:lpwstr>{1A067545-A4E2-4FA1-8094-0D7902669705}</vt:lpwstr>
  </property>
  <property fmtid="{D5CDD505-2E9C-101B-9397-08002B2CF9AE}" pid="5" name="DLPManualFileClassificationLastModifiedBy">
    <vt:lpwstr>TECHMAHINDRA\MP00510960</vt:lpwstr>
  </property>
  <property fmtid="{D5CDD505-2E9C-101B-9397-08002B2CF9AE}" pid="6" name="DLPManualFileClassificationLastModificationDate">
    <vt:lpwstr>1644548007</vt:lpwstr>
  </property>
  <property fmtid="{D5CDD505-2E9C-101B-9397-08002B2CF9AE}" pid="7" name="DLPManualFileClassificationVersion">
    <vt:lpwstr>11.6.200.16</vt:lpwstr>
  </property>
  <property fmtid="{D5CDD505-2E9C-101B-9397-08002B2CF9AE}" pid="8" name="MSIP_Label_ec655256-13e9-4c0b-ba73-c54361842301_Enabled">
    <vt:lpwstr>true</vt:lpwstr>
  </property>
  <property fmtid="{D5CDD505-2E9C-101B-9397-08002B2CF9AE}" pid="9" name="MSIP_Label_ec655256-13e9-4c0b-ba73-c54361842301_SetDate">
    <vt:lpwstr>2023-03-06T07:41:13Z</vt:lpwstr>
  </property>
  <property fmtid="{D5CDD505-2E9C-101B-9397-08002B2CF9AE}" pid="10" name="MSIP_Label_ec655256-13e9-4c0b-ba73-c54361842301_Method">
    <vt:lpwstr>Privileged</vt:lpwstr>
  </property>
  <property fmtid="{D5CDD505-2E9C-101B-9397-08002B2CF9AE}" pid="11" name="MSIP_Label_ec655256-13e9-4c0b-ba73-c54361842301_Name">
    <vt:lpwstr>Public</vt:lpwstr>
  </property>
  <property fmtid="{D5CDD505-2E9C-101B-9397-08002B2CF9AE}" pid="12" name="MSIP_Label_ec655256-13e9-4c0b-ba73-c54361842301_SiteId">
    <vt:lpwstr>edf442f5-b994-4c86-a131-b42b03a16c95</vt:lpwstr>
  </property>
  <property fmtid="{D5CDD505-2E9C-101B-9397-08002B2CF9AE}" pid="13" name="MSIP_Label_ec655256-13e9-4c0b-ba73-c54361842301_ActionId">
    <vt:lpwstr>44d04343-dd70-4dc0-9acc-076545f689f4</vt:lpwstr>
  </property>
  <property fmtid="{D5CDD505-2E9C-101B-9397-08002B2CF9AE}" pid="14" name="MSIP_Label_ec655256-13e9-4c0b-ba73-c54361842301_ContentBits">
    <vt:lpwstr>0</vt:lpwstr>
  </property>
</Properties>
</file>